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801" r:id="rId6"/>
    <p:sldMasterId id="2147483936" r:id="rId7"/>
  </p:sldMasterIdLst>
  <p:notesMasterIdLst>
    <p:notesMasterId r:id="rId1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report" id="{E543A38C-A12B-4DB2-94E8-88DE8587D634}">
          <p14:sldIdLst>
            <p14:sldId id="256"/>
            <p14:sldId id="257"/>
            <p14:sldId id="258"/>
            <p14:sldId id="259"/>
            <p14:sldId id="260"/>
          </p14:sldIdLst>
        </p14:section>
        <p14:section name="Complete report" id="{5BD88A07-C5BC-4BA3-B3FE-9803459C4A28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i Jaoude, Corine (BEY-FP7)" initials="AJC(F" lastIdx="1" clrIdx="0">
    <p:extLst>
      <p:ext uri="{19B8F6BF-5375-455C-9EA6-DF929625EA0E}">
        <p15:presenceInfo xmlns:p15="http://schemas.microsoft.com/office/powerpoint/2012/main" userId="S::corine.abijaoude@fp7mccann.com::321a7869-111a-4680-a9fe-c8889d1e55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2033"/>
    <a:srgbClr val="00AD42"/>
    <a:srgbClr val="012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82"/>
  </p:normalViewPr>
  <p:slideViewPr>
    <p:cSldViewPr snapToGrid="0" snapToObjects="1">
      <p:cViewPr varScale="1">
        <p:scale>
          <a:sx n="105" d="100"/>
          <a:sy n="105" d="100"/>
        </p:scale>
        <p:origin x="816" y="90"/>
      </p:cViewPr>
      <p:guideLst/>
    </p:cSldViewPr>
  </p:slideViewPr>
  <p:outlineViewPr>
    <p:cViewPr>
      <p:scale>
        <a:sx n="33" d="100"/>
        <a:sy n="33" d="100"/>
      </p:scale>
      <p:origin x="0" y="-145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109B0-AAC0-7742-A8D0-03E2ED2314FF}" type="datetimeFigureOut">
              <a:rPr lang="en-AE" smtClean="0"/>
              <a:t>28/09/2026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77CC7-07D2-654D-8833-D6C0EAD9606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66266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E8742-CAB3-1044-B571-9ADA86016B21}"/>
              </a:ext>
            </a:extLst>
          </p:cNvPr>
          <p:cNvSpPr/>
          <p:nvPr userDrawn="1"/>
        </p:nvSpPr>
        <p:spPr>
          <a:xfrm>
            <a:off x="0" y="-71120"/>
            <a:ext cx="12192000" cy="6929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3D325-549D-8145-9BF6-B957FF214A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0361" y="4058925"/>
            <a:ext cx="7891916" cy="153280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HEADLINE HERE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59D95-ECD4-9942-8E1E-5E96CF2EA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83687" y="5557519"/>
            <a:ext cx="4665265" cy="721360"/>
          </a:xfrm>
        </p:spPr>
        <p:txBody>
          <a:bodyPr>
            <a:normAutofit/>
          </a:bodyPr>
          <a:lstStyle>
            <a:lvl1pPr marL="0" indent="0" algn="ctr">
              <a:buNone/>
              <a:defRPr sz="3200" b="0" i="0">
                <a:solidFill>
                  <a:srgbClr val="00AD42"/>
                </a:solidFill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Description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FE99C-4C04-AB40-9BE6-C8AE724A7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6263" y="292734"/>
            <a:ext cx="3121965" cy="416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3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26FE-7753-4C4D-AA5B-A084AE20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988456"/>
            <a:ext cx="8880475" cy="4572681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3200">
                <a:solidFill>
                  <a:schemeClr val="tx2"/>
                </a:solidFill>
              </a:defRPr>
            </a:lvl2pPr>
            <a:lvl3pPr>
              <a:defRPr sz="3200">
                <a:solidFill>
                  <a:schemeClr val="tx2"/>
                </a:solidFill>
              </a:defRPr>
            </a:lvl3pPr>
            <a:lvl4pPr>
              <a:defRPr sz="3200">
                <a:solidFill>
                  <a:schemeClr val="tx2"/>
                </a:solidFill>
              </a:defRPr>
            </a:lvl4pPr>
            <a:lvl5pPr>
              <a:defRPr sz="3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0AE87DA7-7E5C-3F44-A572-9DEBCD08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6864"/>
            <a:ext cx="10506076" cy="106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25319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26FE-7753-4C4D-AA5B-A084AE20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988457"/>
            <a:ext cx="4284388" cy="457268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tx2"/>
                </a:solidFill>
              </a:defRPr>
            </a:lvl3pPr>
            <a:lvl4pPr>
              <a:defRPr sz="2800">
                <a:solidFill>
                  <a:schemeClr val="tx2"/>
                </a:solidFill>
              </a:defRPr>
            </a:lvl4pPr>
            <a:lvl5pPr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6DA5AA-247E-AD41-8865-F1DCE630E86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72312" y="1988458"/>
            <a:ext cx="4284388" cy="457268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800">
                <a:solidFill>
                  <a:schemeClr val="tx2"/>
                </a:solidFill>
              </a:defRPr>
            </a:lvl3pPr>
            <a:lvl4pPr>
              <a:defRPr sz="2800">
                <a:solidFill>
                  <a:schemeClr val="tx2"/>
                </a:solidFill>
              </a:defRPr>
            </a:lvl4pPr>
            <a:lvl5pPr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125A521-8004-7D42-BAA6-A5169639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6864"/>
            <a:ext cx="10506075" cy="106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8187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26FE-7753-4C4D-AA5B-A084AE20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988457"/>
            <a:ext cx="3674294" cy="45726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125A521-8004-7D42-BAA6-A5169639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6864"/>
            <a:ext cx="10506075" cy="106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CFF74A-F9A4-7645-819C-BE43E9B4505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8853" y="1985882"/>
            <a:ext cx="3674294" cy="45726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51D581-5EC8-8D49-83B8-00C9D160D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4181" y="1988458"/>
            <a:ext cx="3674294" cy="45726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7562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12AFD-2754-E847-88A9-70B16F05D2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4896F5A5-7227-0544-8D5B-D8E6308B1134}"/>
              </a:ext>
            </a:extLst>
          </p:cNvPr>
          <p:cNvSpPr/>
          <p:nvPr userDrawn="1"/>
        </p:nvSpPr>
        <p:spPr>
          <a:xfrm>
            <a:off x="269885" y="1828800"/>
            <a:ext cx="5541635" cy="4753853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26FE-7753-4C4D-AA5B-A084AE20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00" y="2174241"/>
            <a:ext cx="4858420" cy="413806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>
              <a:defRPr sz="2400" b="0" i="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defRPr sz="2400" b="0" i="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>
              <a:defRPr sz="2400" b="0" i="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>
              <a:defRPr sz="2400" b="0" i="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B219065B-2C2F-9344-A10E-6EE1AACD19DB}"/>
              </a:ext>
            </a:extLst>
          </p:cNvPr>
          <p:cNvSpPr/>
          <p:nvPr userDrawn="1"/>
        </p:nvSpPr>
        <p:spPr>
          <a:xfrm>
            <a:off x="6380482" y="1828801"/>
            <a:ext cx="5541633" cy="4753853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F421AB-70F6-884B-BD6D-8F054102247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684329" y="2174242"/>
            <a:ext cx="4858418" cy="413806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293CE3-84EC-AB4A-9267-5AA4D9B69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3629263-2969-4448-94E5-0F4B488F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9510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E599F3EB-420C-4C44-84A2-1C42F28F093A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Round Diagonal Corner Rectangle 27">
            <a:extLst>
              <a:ext uri="{FF2B5EF4-FFF2-40B4-BE49-F238E27FC236}">
                <a16:creationId xmlns:a16="http://schemas.microsoft.com/office/drawing/2014/main" id="{EE8264C7-0545-7742-AF0E-EDAA9CACC877}"/>
              </a:ext>
            </a:extLst>
          </p:cNvPr>
          <p:cNvSpPr/>
          <p:nvPr userDrawn="1"/>
        </p:nvSpPr>
        <p:spPr>
          <a:xfrm>
            <a:off x="8312470" y="2519680"/>
            <a:ext cx="3616006" cy="4041458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BED34F52-02B8-374A-9238-A61F1AFAF86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626419" y="1736088"/>
            <a:ext cx="2963036" cy="783592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BC52CA0-B1D1-7E4A-8139-9B74EFBDA34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636580" y="2905270"/>
            <a:ext cx="2963036" cy="3333297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7" name="Round Diagonal Corner Rectangle 16">
            <a:extLst>
              <a:ext uri="{FF2B5EF4-FFF2-40B4-BE49-F238E27FC236}">
                <a16:creationId xmlns:a16="http://schemas.microsoft.com/office/drawing/2014/main" id="{15FB4D3F-A22C-4F43-A3CD-EA3146D6DBD2}"/>
              </a:ext>
            </a:extLst>
          </p:cNvPr>
          <p:cNvSpPr/>
          <p:nvPr userDrawn="1"/>
        </p:nvSpPr>
        <p:spPr>
          <a:xfrm>
            <a:off x="4305925" y="2519680"/>
            <a:ext cx="3616006" cy="4041458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94B1F2B-F141-A64E-9CA2-B5885DBC74C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633474" y="1736088"/>
            <a:ext cx="2963036" cy="783592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E97F984-BB93-9644-9896-97A7A30D8D3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43635" y="2905270"/>
            <a:ext cx="2963036" cy="3333297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9AA635FD-7C2C-2B4E-9396-943DA90F8097}"/>
              </a:ext>
            </a:extLst>
          </p:cNvPr>
          <p:cNvSpPr/>
          <p:nvPr userDrawn="1"/>
        </p:nvSpPr>
        <p:spPr>
          <a:xfrm>
            <a:off x="284633" y="2519680"/>
            <a:ext cx="3616006" cy="4041458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4B0ED9A-AB70-144C-9DD7-515A8435D3D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92855" y="1736088"/>
            <a:ext cx="2963036" cy="783592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8BFFA09-527F-0A4D-B566-850F2F92C9D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03016" y="2905270"/>
            <a:ext cx="2963036" cy="3333297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07B4C0-1CE2-5F48-A230-AA587BB32C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F0FFA1AC-CAB0-8E40-AA47-827563EE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1011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  <p:bldP spid="21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mparison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E599F3EB-420C-4C44-84A2-1C42F28F093A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5E719886-1833-5B41-B6C8-4EB0DE21BB72}"/>
              </a:ext>
            </a:extLst>
          </p:cNvPr>
          <p:cNvSpPr/>
          <p:nvPr userDrawn="1"/>
        </p:nvSpPr>
        <p:spPr>
          <a:xfrm>
            <a:off x="286384" y="2519680"/>
            <a:ext cx="2578495" cy="4041458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A3244-F865-184E-A465-FC16292C3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115" y="1730018"/>
            <a:ext cx="2112877" cy="783592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C5ACC-DFE8-6E4C-B6FC-60496D58A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276" y="2905270"/>
            <a:ext cx="2112877" cy="3407039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C2086FB1-2B98-3249-9B2C-9A16DBD77188}"/>
              </a:ext>
            </a:extLst>
          </p:cNvPr>
          <p:cNvSpPr/>
          <p:nvPr userDrawn="1"/>
        </p:nvSpPr>
        <p:spPr>
          <a:xfrm>
            <a:off x="3303462" y="2519680"/>
            <a:ext cx="2578495" cy="4041458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112CFC3-F965-8F42-9EA3-11DB839A09A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523193" y="1677114"/>
            <a:ext cx="2112877" cy="783592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412619CB-770E-C940-BFB9-2EBFBA35C85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533354" y="2905270"/>
            <a:ext cx="2112877" cy="3407039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8" name="Round Diagonal Corner Rectangle 27">
            <a:extLst>
              <a:ext uri="{FF2B5EF4-FFF2-40B4-BE49-F238E27FC236}">
                <a16:creationId xmlns:a16="http://schemas.microsoft.com/office/drawing/2014/main" id="{EE8264C7-0545-7742-AF0E-EDAA9CACC877}"/>
              </a:ext>
            </a:extLst>
          </p:cNvPr>
          <p:cNvSpPr/>
          <p:nvPr userDrawn="1"/>
        </p:nvSpPr>
        <p:spPr>
          <a:xfrm>
            <a:off x="6335135" y="2519680"/>
            <a:ext cx="2578495" cy="4041458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BED34F52-02B8-374A-9238-A61F1AFAF86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554866" y="1730018"/>
            <a:ext cx="2112877" cy="783592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BC52CA0-B1D1-7E4A-8139-9B74EFBDA34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565027" y="2905270"/>
            <a:ext cx="2112877" cy="3407039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31" name="Round Diagonal Corner Rectangle 30">
            <a:extLst>
              <a:ext uri="{FF2B5EF4-FFF2-40B4-BE49-F238E27FC236}">
                <a16:creationId xmlns:a16="http://schemas.microsoft.com/office/drawing/2014/main" id="{396AB14B-6D4E-E949-B806-6F7AC56CD6D8}"/>
              </a:ext>
            </a:extLst>
          </p:cNvPr>
          <p:cNvSpPr/>
          <p:nvPr userDrawn="1"/>
        </p:nvSpPr>
        <p:spPr>
          <a:xfrm>
            <a:off x="9366175" y="2519680"/>
            <a:ext cx="2578494" cy="4041458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BEBFD5C9-C176-2A43-8841-F1C8CEAB34B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622221" y="1736088"/>
            <a:ext cx="2112876" cy="783592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F884C8B3-F01A-C248-A558-3EAFF4042D4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622221" y="2905270"/>
            <a:ext cx="2112876" cy="3407039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2AF550-9931-2546-A450-C54AD23F9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9983B978-4385-874E-B6A1-D8AFBE25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0463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900" decel="100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animBg="1"/>
      <p:bldP spid="26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8139FAF3-FDDA-8E46-B794-CDA0CADB1B77}"/>
              </a:ext>
            </a:extLst>
          </p:cNvPr>
          <p:cNvSpPr/>
          <p:nvPr userDrawn="1"/>
        </p:nvSpPr>
        <p:spPr>
          <a:xfrm>
            <a:off x="269885" y="1681163"/>
            <a:ext cx="5826114" cy="4901491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26FE-7753-4C4D-AA5B-A084AE20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32" y="2954215"/>
            <a:ext cx="4936805" cy="324963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F421AB-70F6-884B-BD6D-8F054102247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517946" y="2954214"/>
            <a:ext cx="4936805" cy="324963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CEDE03-6EE0-9145-983B-7F7D8F31F07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91833" y="1970652"/>
            <a:ext cx="4936806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3C81AD8-0576-8044-BFB9-87CC00EB6E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517947" y="1970652"/>
            <a:ext cx="4936806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E9979F5-B7E1-3A42-8158-836F574B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57420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decel="100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900" decel="100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 Diagonal Corner Rectangle 18">
            <a:extLst>
              <a:ext uri="{FF2B5EF4-FFF2-40B4-BE49-F238E27FC236}">
                <a16:creationId xmlns:a16="http://schemas.microsoft.com/office/drawing/2014/main" id="{16437623-56C2-2E40-A3BC-954771E928D6}"/>
              </a:ext>
            </a:extLst>
          </p:cNvPr>
          <p:cNvSpPr/>
          <p:nvPr userDrawn="1"/>
        </p:nvSpPr>
        <p:spPr>
          <a:xfrm>
            <a:off x="8179032" y="1681164"/>
            <a:ext cx="3757151" cy="490149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8139FAF3-FDDA-8E46-B794-CDA0CADB1B77}"/>
              </a:ext>
            </a:extLst>
          </p:cNvPr>
          <p:cNvSpPr/>
          <p:nvPr userDrawn="1"/>
        </p:nvSpPr>
        <p:spPr>
          <a:xfrm>
            <a:off x="269885" y="1681165"/>
            <a:ext cx="3757151" cy="490149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26FE-7753-4C4D-AA5B-A084AE20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78" y="2897945"/>
            <a:ext cx="2913493" cy="3426807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CEDE03-6EE0-9145-983B-7F7D8F31F07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18979" y="1935661"/>
            <a:ext cx="2913493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5564D77-E089-E94F-A2AD-D0A88D5C9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DE7CF8-E854-1C4C-AB3E-0D9902E656E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603005" y="2897945"/>
            <a:ext cx="2913493" cy="3426807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5A5AA58-1449-4B43-954F-27A6A790FBB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603006" y="1935661"/>
            <a:ext cx="2913493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ECA1556-A672-4B41-B9E2-DD542C03DAF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646287" y="2897945"/>
            <a:ext cx="2913493" cy="3426807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3F1C447-3431-804D-8541-A3644199209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646288" y="1935661"/>
            <a:ext cx="2913493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37133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decel="100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900" decel="100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900" decel="100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900" decel="100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900" decel="100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 Diagonal Corner Rectangle 25">
            <a:extLst>
              <a:ext uri="{FF2B5EF4-FFF2-40B4-BE49-F238E27FC236}">
                <a16:creationId xmlns:a16="http://schemas.microsoft.com/office/drawing/2014/main" id="{19369122-0E0F-CC4C-A275-AC2E63D0E1FE}"/>
              </a:ext>
            </a:extLst>
          </p:cNvPr>
          <p:cNvSpPr/>
          <p:nvPr userDrawn="1"/>
        </p:nvSpPr>
        <p:spPr>
          <a:xfrm>
            <a:off x="269886" y="1681165"/>
            <a:ext cx="3031160" cy="490149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26FE-7753-4C4D-AA5B-A084AE20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80" y="2935556"/>
            <a:ext cx="2350005" cy="339088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CEDE03-6EE0-9145-983B-7F7D8F31F07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8281" y="1955040"/>
            <a:ext cx="2350005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0186D93B-CB71-2045-A64F-F76D9F8A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D02A266F-8E58-F843-BB1C-A6C20BCF6729}"/>
              </a:ext>
            </a:extLst>
          </p:cNvPr>
          <p:cNvSpPr/>
          <p:nvPr userDrawn="1"/>
        </p:nvSpPr>
        <p:spPr>
          <a:xfrm>
            <a:off x="6119274" y="1659648"/>
            <a:ext cx="3031160" cy="490149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6FCCA00-6E4A-4544-AA5C-6235353E03B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77668" y="2914039"/>
            <a:ext cx="2350005" cy="339088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929FE03-4213-B64D-81EC-1A4CD4DA21E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477669" y="1933523"/>
            <a:ext cx="2350005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B688EF75-FE60-5C43-AC2A-7DAE7546F95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535157" y="2914039"/>
            <a:ext cx="2350005" cy="339088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397DAE0-C956-3440-9390-E3A02A3FAD48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3535158" y="1933523"/>
            <a:ext cx="2350005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877ABFD-756D-264C-B6CB-0F826D3B413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384544" y="2914039"/>
            <a:ext cx="2350005" cy="339088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lang="en-AE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FF8EDCDD-16AF-AD41-AC4A-9D3AFA2802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384545" y="1933523"/>
            <a:ext cx="2350005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340414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decel="1000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900" decel="100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900" decel="100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900" decel="100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900" decel="100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00" decel="100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900" decel="100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900" decel="1000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900" decel="100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900" decel="100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900" decel="1000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5E719886-1833-5B41-B6C8-4EB0DE21BB72}"/>
              </a:ext>
            </a:extLst>
          </p:cNvPr>
          <p:cNvSpPr/>
          <p:nvPr userDrawn="1"/>
        </p:nvSpPr>
        <p:spPr>
          <a:xfrm>
            <a:off x="2052965" y="1795780"/>
            <a:ext cx="3870960" cy="2296478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A3244-F865-184E-A465-FC16292C3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2474" y="2034380"/>
            <a:ext cx="3216651" cy="850365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C5ACC-DFE8-6E4C-B6FC-60496D58A0F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02474" y="2908299"/>
            <a:ext cx="3216651" cy="9842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24" name="Round Diagonal Corner Rectangle 23">
            <a:extLst>
              <a:ext uri="{FF2B5EF4-FFF2-40B4-BE49-F238E27FC236}">
                <a16:creationId xmlns:a16="http://schemas.microsoft.com/office/drawing/2014/main" id="{9F0BE29A-514A-C847-8C7F-CDBFD698359C}"/>
              </a:ext>
            </a:extLst>
          </p:cNvPr>
          <p:cNvSpPr/>
          <p:nvPr userDrawn="1"/>
        </p:nvSpPr>
        <p:spPr>
          <a:xfrm>
            <a:off x="6289687" y="1795780"/>
            <a:ext cx="3870960" cy="2296478"/>
          </a:xfrm>
          <a:prstGeom prst="round2DiagRect">
            <a:avLst/>
          </a:prstGeom>
          <a:solidFill>
            <a:srgbClr val="002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9DAA5C8-D088-CD4B-9485-18D834540D1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639196" y="2034380"/>
            <a:ext cx="3216651" cy="850365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D26ACB21-4772-CD48-8A30-98295E552770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639196" y="2908299"/>
            <a:ext cx="3216651" cy="9842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76676D97-BA97-A047-A31D-02BD8D1B6EC3}"/>
              </a:ext>
            </a:extLst>
          </p:cNvPr>
          <p:cNvSpPr/>
          <p:nvPr userDrawn="1"/>
        </p:nvSpPr>
        <p:spPr>
          <a:xfrm>
            <a:off x="6289685" y="4264660"/>
            <a:ext cx="3870960" cy="2296478"/>
          </a:xfrm>
          <a:prstGeom prst="round2Diag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24EF4B-01C8-DE46-8169-0961AC7095E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639194" y="4503260"/>
            <a:ext cx="3216651" cy="850365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60A7B521-443B-E040-B9E5-BC131592C2E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639194" y="5377179"/>
            <a:ext cx="3216651" cy="9842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30" name="Round Diagonal Corner Rectangle 29">
            <a:extLst>
              <a:ext uri="{FF2B5EF4-FFF2-40B4-BE49-F238E27FC236}">
                <a16:creationId xmlns:a16="http://schemas.microsoft.com/office/drawing/2014/main" id="{08927961-AEA9-3E47-B650-96244FB79A6C}"/>
              </a:ext>
            </a:extLst>
          </p:cNvPr>
          <p:cNvSpPr/>
          <p:nvPr userDrawn="1"/>
        </p:nvSpPr>
        <p:spPr>
          <a:xfrm>
            <a:off x="2052965" y="4264660"/>
            <a:ext cx="3870960" cy="2296478"/>
          </a:xfrm>
          <a:prstGeom prst="round2DiagRect">
            <a:avLst/>
          </a:prstGeom>
          <a:solidFill>
            <a:srgbClr val="002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2BB249E-00F0-1D4D-B355-9D51FA57652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402474" y="4503260"/>
            <a:ext cx="3216651" cy="850365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853714C-36DA-FC46-B9C9-6E9D1515AA0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02474" y="5377179"/>
            <a:ext cx="3216651" cy="98428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545D1BA-BDBC-A84C-BFAB-07F74EBC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71732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5E719886-1833-5B41-B6C8-4EB0DE21BB72}"/>
              </a:ext>
            </a:extLst>
          </p:cNvPr>
          <p:cNvSpPr/>
          <p:nvPr userDrawn="1"/>
        </p:nvSpPr>
        <p:spPr>
          <a:xfrm>
            <a:off x="269885" y="1722040"/>
            <a:ext cx="3692510" cy="2317994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A3244-F865-184E-A465-FC16292C3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016" y="1941391"/>
            <a:ext cx="3068365" cy="85833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C5ACC-DFE8-6E4C-B6FC-60496D58A0F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2016" y="2815310"/>
            <a:ext cx="3068365" cy="993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24" name="Round Diagonal Corner Rectangle 23">
            <a:extLst>
              <a:ext uri="{FF2B5EF4-FFF2-40B4-BE49-F238E27FC236}">
                <a16:creationId xmlns:a16="http://schemas.microsoft.com/office/drawing/2014/main" id="{9F0BE29A-514A-C847-8C7F-CDBFD698359C}"/>
              </a:ext>
            </a:extLst>
          </p:cNvPr>
          <p:cNvSpPr/>
          <p:nvPr userDrawn="1"/>
        </p:nvSpPr>
        <p:spPr>
          <a:xfrm>
            <a:off x="4280875" y="1722040"/>
            <a:ext cx="3692510" cy="2317994"/>
          </a:xfrm>
          <a:prstGeom prst="round2DiagRect">
            <a:avLst/>
          </a:prstGeom>
          <a:solidFill>
            <a:srgbClr val="002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9DAA5C8-D088-CD4B-9485-18D834540D1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3006" y="1941391"/>
            <a:ext cx="3068365" cy="85833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D26ACB21-4772-CD48-8A30-98295E552770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563006" y="2815310"/>
            <a:ext cx="3068365" cy="993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76676D97-BA97-A047-A31D-02BD8D1B6EC3}"/>
              </a:ext>
            </a:extLst>
          </p:cNvPr>
          <p:cNvSpPr/>
          <p:nvPr userDrawn="1"/>
        </p:nvSpPr>
        <p:spPr>
          <a:xfrm>
            <a:off x="4280873" y="4264660"/>
            <a:ext cx="3692510" cy="2317994"/>
          </a:xfrm>
          <a:prstGeom prst="round2Diag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24EF4B-01C8-DE46-8169-0961AC7095E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563004" y="4484011"/>
            <a:ext cx="3068365" cy="85833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60A7B521-443B-E040-B9E5-BC131592C2E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63004" y="5357930"/>
            <a:ext cx="3068365" cy="993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30" name="Round Diagonal Corner Rectangle 29">
            <a:extLst>
              <a:ext uri="{FF2B5EF4-FFF2-40B4-BE49-F238E27FC236}">
                <a16:creationId xmlns:a16="http://schemas.microsoft.com/office/drawing/2014/main" id="{08927961-AEA9-3E47-B650-96244FB79A6C}"/>
              </a:ext>
            </a:extLst>
          </p:cNvPr>
          <p:cNvSpPr/>
          <p:nvPr userDrawn="1"/>
        </p:nvSpPr>
        <p:spPr>
          <a:xfrm>
            <a:off x="269885" y="4264660"/>
            <a:ext cx="3692510" cy="2317994"/>
          </a:xfrm>
          <a:prstGeom prst="round2DiagRect">
            <a:avLst/>
          </a:prstGeom>
          <a:solidFill>
            <a:srgbClr val="002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2BB249E-00F0-1D4D-B355-9D51FA57652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52016" y="4484011"/>
            <a:ext cx="3068365" cy="85833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853714C-36DA-FC46-B9C9-6E9D1515AA0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52016" y="5357930"/>
            <a:ext cx="3068365" cy="993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029F6E74-1DE1-4A47-9FC4-A5ED3AE5FC71}"/>
              </a:ext>
            </a:extLst>
          </p:cNvPr>
          <p:cNvSpPr/>
          <p:nvPr userDrawn="1"/>
        </p:nvSpPr>
        <p:spPr>
          <a:xfrm>
            <a:off x="8229601" y="1722040"/>
            <a:ext cx="3692510" cy="2317994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30E444B-31E7-CA4A-8B92-B6099B5B5EC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582782" y="1941391"/>
            <a:ext cx="3068365" cy="85833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0C26984-9D53-304D-8DE9-4ED93240428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582782" y="2815310"/>
            <a:ext cx="3068365" cy="993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0E889378-7328-634C-81C3-5D49340A6428}"/>
              </a:ext>
            </a:extLst>
          </p:cNvPr>
          <p:cNvSpPr/>
          <p:nvPr userDrawn="1"/>
        </p:nvSpPr>
        <p:spPr>
          <a:xfrm>
            <a:off x="8229601" y="4264660"/>
            <a:ext cx="3692510" cy="2317994"/>
          </a:xfrm>
          <a:prstGeom prst="round2DiagRect">
            <a:avLst/>
          </a:prstGeom>
          <a:solidFill>
            <a:srgbClr val="002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5922CA5-DA19-0945-B5F5-4705E4B29C8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582782" y="4484011"/>
            <a:ext cx="3068365" cy="85833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A780F78A-6FAD-FC48-AEC2-BC941507527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582782" y="5357930"/>
            <a:ext cx="3068365" cy="993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C200AB79-2E14-C445-B021-B136ADD4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487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19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AEE4E9-E20E-1A48-9E2C-E2527C80704D}"/>
              </a:ext>
            </a:extLst>
          </p:cNvPr>
          <p:cNvSpPr/>
          <p:nvPr userDrawn="1"/>
        </p:nvSpPr>
        <p:spPr>
          <a:xfrm>
            <a:off x="4000500" y="1696502"/>
            <a:ext cx="8191500" cy="51614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E7CE3-3B05-2D42-8AF7-DAA45205F7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696502"/>
            <a:ext cx="4951551" cy="5161498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DB0FAD-ACB2-D345-AF6B-FA7C394DAB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65174" y="2005781"/>
            <a:ext cx="6663301" cy="4555357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C03CF27-9576-A840-8E80-D528B3810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52638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55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+ 2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5BC95A4E-16E4-3E45-A659-7D0B620BF6A0}"/>
              </a:ext>
            </a:extLst>
          </p:cNvPr>
          <p:cNvSpPr/>
          <p:nvPr userDrawn="1"/>
        </p:nvSpPr>
        <p:spPr>
          <a:xfrm>
            <a:off x="874711" y="4191607"/>
            <a:ext cx="5683567" cy="2189484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Round Diagonal Corner Rectangle 12">
            <a:extLst>
              <a:ext uri="{FF2B5EF4-FFF2-40B4-BE49-F238E27FC236}">
                <a16:creationId xmlns:a16="http://schemas.microsoft.com/office/drawing/2014/main" id="{BB9408F0-471E-2D4B-9585-4FFA2FF5F49A}"/>
              </a:ext>
            </a:extLst>
          </p:cNvPr>
          <p:cNvSpPr/>
          <p:nvPr userDrawn="1"/>
        </p:nvSpPr>
        <p:spPr>
          <a:xfrm>
            <a:off x="5623560" y="1699229"/>
            <a:ext cx="5683567" cy="2189484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B6BD9F-1AFC-0C40-A3CE-CC6BD72BE9A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96000" y="1699228"/>
            <a:ext cx="5832469" cy="218948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  <a:lvl2pPr algn="ctr">
              <a:defRPr sz="2800">
                <a:solidFill>
                  <a:schemeClr val="tx1"/>
                </a:solidFill>
              </a:defRPr>
            </a:lvl2pPr>
            <a:lvl3pPr algn="ctr">
              <a:defRPr sz="2800">
                <a:solidFill>
                  <a:schemeClr val="tx1"/>
                </a:solidFill>
              </a:defRPr>
            </a:lvl3pPr>
            <a:lvl4pPr algn="ctr">
              <a:defRPr sz="2800">
                <a:solidFill>
                  <a:schemeClr val="tx1"/>
                </a:solidFill>
              </a:defRPr>
            </a:lvl4pPr>
            <a:lvl5pPr algn="ctr"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63B1-4E44-124D-8C94-BB8B00CB4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8706" y="4191608"/>
            <a:ext cx="5827248" cy="2189483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ctr"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57872CA-A051-AE40-8DB0-87E6204A1AA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69886" y="1699228"/>
            <a:ext cx="5815908" cy="2189484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68116E4-FDCD-B04E-9109-668A85F9106E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095953" y="4191608"/>
            <a:ext cx="5832522" cy="2189483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9A503DE0-4BDA-594B-B8E8-6AB12F0E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7178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55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55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3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63B1-4E44-124D-8C94-BB8B00CB4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885" y="4138474"/>
            <a:ext cx="3920167" cy="2411110"/>
          </a:xfrm>
        </p:spPr>
        <p:txBody>
          <a:bodyPr anchor="ctr">
            <a:no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57872CA-A051-AE40-8DB0-87E6204A1AA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81639" y="1718683"/>
            <a:ext cx="3908413" cy="2411110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DDA7DD23-1B41-4E42-9103-3DA56190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592206-659D-DD48-9FC1-9CA6428078C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028458" y="4138474"/>
            <a:ext cx="3898339" cy="2411110"/>
          </a:xfrm>
        </p:spPr>
        <p:txBody>
          <a:bodyPr anchor="ctr">
            <a:no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74D04CDF-A0B6-684F-A934-3DCA083296D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025102" y="1718683"/>
            <a:ext cx="3903373" cy="2411110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97695C2-B9A4-A742-B0BD-CFD8F0F8186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201548" y="1718683"/>
            <a:ext cx="3812059" cy="2411110"/>
          </a:xfrm>
        </p:spPr>
        <p:txBody>
          <a:bodyPr anchor="ctr">
            <a:no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6C10516-913D-204A-A01E-7D9A72925A28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4203226" y="4150028"/>
            <a:ext cx="3812059" cy="2411110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</p:spTree>
    <p:extLst>
      <p:ext uri="{BB962C8B-B14F-4D97-AF65-F5344CB8AC3E}">
        <p14:creationId xmlns:p14="http://schemas.microsoft.com/office/powerpoint/2010/main" val="161255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+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AEE4E9-E20E-1A48-9E2C-E2527C80704D}"/>
              </a:ext>
            </a:extLst>
          </p:cNvPr>
          <p:cNvSpPr/>
          <p:nvPr userDrawn="1"/>
        </p:nvSpPr>
        <p:spPr>
          <a:xfrm>
            <a:off x="7632970" y="0"/>
            <a:ext cx="45590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E7CE3-3B05-2D42-8AF7-DAA45205F7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369981" y="0"/>
            <a:ext cx="3313477" cy="6858000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DB0FAD-ACB2-D345-AF6B-FA7C394DAB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983845" y="765175"/>
            <a:ext cx="3939524" cy="5795963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460148-C5D1-9C45-8A48-873946F335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63525" y="3429000"/>
            <a:ext cx="3799709" cy="3132138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EF2CF6-5FC2-8B45-A804-56E7CE0280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3B1AA0C-DADB-2244-A367-562E0E8E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5"/>
            <a:ext cx="3799709" cy="2217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8588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55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ACA427DD-E9AB-9C47-BF72-835FE62237AE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38AA1-D9A3-4244-A9EB-FAB3BE8BAE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020" y="333374"/>
            <a:ext cx="8863679" cy="4622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8000" b="1" i="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STYLE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49F18-C389-5246-B381-964F7295B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21" y="5068859"/>
            <a:ext cx="5802979" cy="1485222"/>
          </a:xfrm>
        </p:spPr>
        <p:txBody>
          <a:bodyPr>
            <a:norm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377F5-4D0D-C84A-8159-F9C321E0B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4AEDE0-E316-BC4B-B9A1-1C2D1F8284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54794" y="902727"/>
            <a:ext cx="7968776" cy="5729079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ADFA51-93B0-1B4D-905D-4E7EFAECC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8585" y="2013113"/>
            <a:ext cx="3100876" cy="873919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472E45E-2CEE-3747-88C8-A6265CF800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18585" y="2887032"/>
            <a:ext cx="3100876" cy="13769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F5783AC-AB8E-3145-A45A-80DE5362E6F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97489" y="2605088"/>
            <a:ext cx="2338939" cy="873918"/>
          </a:xfrm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674EAED-8517-6B4C-BA01-721BAD7ED8D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797489" y="3479006"/>
            <a:ext cx="2338939" cy="137695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1371600" indent="0" algn="l" rtl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4pPr>
            <a:lvl5pPr marL="1828800" indent="0" algn="l" rtl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a description here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2ACA5A6F-FA4C-2B49-9D3B-47D588F5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58261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23519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55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5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F4EF238-280C-AF4E-8C0E-F582B6876C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4748" y="1696065"/>
            <a:ext cx="12309987" cy="5161935"/>
          </a:xfrm>
          <a:prstGeom prst="round2Diag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9CE6C0D-B6E3-6D49-A057-2EB5FBFB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52262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F4EF238-280C-AF4E-8C0E-F582B6876C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E" dirty="0"/>
              <a:t>Image here</a:t>
            </a:r>
          </a:p>
        </p:txBody>
      </p:sp>
    </p:spTree>
    <p:extLst>
      <p:ext uri="{BB962C8B-B14F-4D97-AF65-F5344CB8AC3E}">
        <p14:creationId xmlns:p14="http://schemas.microsoft.com/office/powerpoint/2010/main" val="329256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D34F5E3C-6173-F14F-A563-041645FCB6EE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E1C94-AAAB-D746-8CF5-7FE322D6FB47}"/>
              </a:ext>
            </a:extLst>
          </p:cNvPr>
          <p:cNvSpPr txBox="1"/>
          <p:nvPr userDrawn="1"/>
        </p:nvSpPr>
        <p:spPr>
          <a:xfrm>
            <a:off x="2602706" y="1657196"/>
            <a:ext cx="130968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1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24165-5780-8D4F-8352-BCFFDEABB71D}"/>
              </a:ext>
            </a:extLst>
          </p:cNvPr>
          <p:cNvSpPr txBox="1"/>
          <p:nvPr userDrawn="1"/>
        </p:nvSpPr>
        <p:spPr>
          <a:xfrm rot="10800000" flipH="1">
            <a:off x="8279607" y="3167340"/>
            <a:ext cx="130968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1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75DEA4F-6EFB-D14A-84A7-12E48C11B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8200" y="2588220"/>
            <a:ext cx="5435600" cy="15037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05E0C5-DE93-4C44-98A5-FEE86DE55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0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D34F5E3C-6173-F14F-A563-041645FCB6EE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E1C94-AAAB-D746-8CF5-7FE322D6FB47}"/>
              </a:ext>
            </a:extLst>
          </p:cNvPr>
          <p:cNvSpPr txBox="1"/>
          <p:nvPr userDrawn="1"/>
        </p:nvSpPr>
        <p:spPr>
          <a:xfrm>
            <a:off x="240506" y="1276819"/>
            <a:ext cx="130968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1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24165-5780-8D4F-8352-BCFFDEABB71D}"/>
              </a:ext>
            </a:extLst>
          </p:cNvPr>
          <p:cNvSpPr txBox="1"/>
          <p:nvPr userDrawn="1"/>
        </p:nvSpPr>
        <p:spPr>
          <a:xfrm rot="10800000" flipH="1">
            <a:off x="4741466" y="2706042"/>
            <a:ext cx="130968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1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75DEA4F-6EFB-D14A-84A7-12E48C11B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156420"/>
            <a:ext cx="4203700" cy="15037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A8DCE-E74F-7A4E-98C6-7BD97E3D60B5}"/>
              </a:ext>
            </a:extLst>
          </p:cNvPr>
          <p:cNvSpPr txBox="1"/>
          <p:nvPr userDrawn="1"/>
        </p:nvSpPr>
        <p:spPr>
          <a:xfrm>
            <a:off x="6129178" y="2021520"/>
            <a:ext cx="130968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1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DFF227-D7C0-DF4E-AC30-392E0530622B}"/>
              </a:ext>
            </a:extLst>
          </p:cNvPr>
          <p:cNvSpPr txBox="1"/>
          <p:nvPr userDrawn="1"/>
        </p:nvSpPr>
        <p:spPr>
          <a:xfrm rot="10800000" flipH="1">
            <a:off x="10630138" y="3443173"/>
            <a:ext cx="130968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1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0C7DAEE-898B-144F-81F0-C8F6B5D4D07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904672" y="2908300"/>
            <a:ext cx="4203700" cy="15037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ACFA5F-585D-C243-8702-808C9A8068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/>
      <p:bldP spid="9" grpId="0"/>
      <p:bldP spid="11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18205CC-23B7-964A-9FDF-DB7882292DA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69885" y="1946785"/>
            <a:ext cx="11652230" cy="4614351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5852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37735EB3-B91A-8748-9A90-99FA5B0CD0AE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0EE645-F475-D14E-989C-D169B3419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18205CC-23B7-964A-9FDF-DB7882292DA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69885" y="1946785"/>
            <a:ext cx="11652230" cy="4614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4717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18205CC-23B7-964A-9FDF-DB7882292DA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218904" y="1946785"/>
            <a:ext cx="5703211" cy="4614351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5" y="1946784"/>
            <a:ext cx="5703211" cy="4614351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9555160"/>
      </p:ext>
    </p:extLst>
  </p:cSld>
  <p:clrMapOvr>
    <a:masterClrMapping/>
  </p:clrMapOvr>
  <p:transition spd="slow">
    <p:cover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2FCA3964-D674-E845-AFDB-9CCA27FFC3F4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96E7F-2D5C-9249-BBF5-BDAEBC50B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18205CC-23B7-964A-9FDF-DB7882292DA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218904" y="1946785"/>
            <a:ext cx="5703211" cy="4614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5" y="1946784"/>
            <a:ext cx="5703211" cy="4614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85372310"/>
      </p:ext>
    </p:extLst>
  </p:cSld>
  <p:clrMapOvr>
    <a:masterClrMapping/>
  </p:clrMapOvr>
  <p:transition spd="slow">
    <p:cover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6" y="1946784"/>
            <a:ext cx="3660544" cy="4614351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7" name="Chart Placeholder 9">
            <a:extLst>
              <a:ext uri="{FF2B5EF4-FFF2-40B4-BE49-F238E27FC236}">
                <a16:creationId xmlns:a16="http://schemas.microsoft.com/office/drawing/2014/main" id="{D568D86B-D422-7A44-9520-721542EB966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278770" y="1948657"/>
            <a:ext cx="3660544" cy="4614351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8" name="Chart Placeholder 9">
            <a:extLst>
              <a:ext uri="{FF2B5EF4-FFF2-40B4-BE49-F238E27FC236}">
                <a16:creationId xmlns:a16="http://schemas.microsoft.com/office/drawing/2014/main" id="{BE977150-4A9F-974B-8010-1D5F7A2C31E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270199" y="1948657"/>
            <a:ext cx="3660544" cy="4614351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74258703"/>
      </p:ext>
    </p:extLst>
  </p:cSld>
  <p:clrMapOvr>
    <a:masterClrMapping/>
  </p:clrMapOvr>
  <p:transition spd="slow">
    <p:cover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9AB48302-EF0C-0041-944A-B32A6681057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7A1D85-72ED-094C-9B08-A9EEE3C509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6" y="1946784"/>
            <a:ext cx="3660544" cy="4614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7" name="Chart Placeholder 9">
            <a:extLst>
              <a:ext uri="{FF2B5EF4-FFF2-40B4-BE49-F238E27FC236}">
                <a16:creationId xmlns:a16="http://schemas.microsoft.com/office/drawing/2014/main" id="{D568D86B-D422-7A44-9520-721542EB966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278770" y="1948657"/>
            <a:ext cx="3660544" cy="4614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8" name="Chart Placeholder 9">
            <a:extLst>
              <a:ext uri="{FF2B5EF4-FFF2-40B4-BE49-F238E27FC236}">
                <a16:creationId xmlns:a16="http://schemas.microsoft.com/office/drawing/2014/main" id="{BE977150-4A9F-974B-8010-1D5F7A2C31E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270199" y="1948657"/>
            <a:ext cx="3660544" cy="4614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10042405"/>
      </p:ext>
    </p:extLst>
  </p:cSld>
  <p:clrMapOvr>
    <a:masterClrMapping/>
  </p:clrMapOvr>
  <p:transition spd="slow">
    <p:cover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5" y="1675524"/>
            <a:ext cx="5071372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7" name="Chart Placeholder 9">
            <a:extLst>
              <a:ext uri="{FF2B5EF4-FFF2-40B4-BE49-F238E27FC236}">
                <a16:creationId xmlns:a16="http://schemas.microsoft.com/office/drawing/2014/main" id="{84B55847-81CC-3149-BA87-77E4B690DA7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096000" y="1680438"/>
            <a:ext cx="5071372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8" name="Chart Placeholder 9">
            <a:extLst>
              <a:ext uri="{FF2B5EF4-FFF2-40B4-BE49-F238E27FC236}">
                <a16:creationId xmlns:a16="http://schemas.microsoft.com/office/drawing/2014/main" id="{2EC53EEC-CCF6-F945-AAF5-8D08FD3B174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63525" y="4316050"/>
            <a:ext cx="5071372" cy="224017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9" name="Chart Placeholder 9">
            <a:extLst>
              <a:ext uri="{FF2B5EF4-FFF2-40B4-BE49-F238E27FC236}">
                <a16:creationId xmlns:a16="http://schemas.microsoft.com/office/drawing/2014/main" id="{9E4BD627-7B69-7C4C-AE70-3EFAC4E8D9B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04388" y="4320964"/>
            <a:ext cx="5071372" cy="2240174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76552536"/>
      </p:ext>
    </p:extLst>
  </p:cSld>
  <p:clrMapOvr>
    <a:masterClrMapping/>
  </p:clrMapOvr>
  <p:transition spd="slow">
    <p:cover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7E4B3DAD-A261-E242-BEA2-01C34B898543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26B43F-949A-DE42-B0A3-70A8A9C099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5" y="1675524"/>
            <a:ext cx="5071372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7" name="Chart Placeholder 9">
            <a:extLst>
              <a:ext uri="{FF2B5EF4-FFF2-40B4-BE49-F238E27FC236}">
                <a16:creationId xmlns:a16="http://schemas.microsoft.com/office/drawing/2014/main" id="{84B55847-81CC-3149-BA87-77E4B690DA7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096000" y="1680438"/>
            <a:ext cx="5071372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8" name="Chart Placeholder 9">
            <a:extLst>
              <a:ext uri="{FF2B5EF4-FFF2-40B4-BE49-F238E27FC236}">
                <a16:creationId xmlns:a16="http://schemas.microsoft.com/office/drawing/2014/main" id="{2EC53EEC-CCF6-F945-AAF5-8D08FD3B174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63525" y="4316050"/>
            <a:ext cx="5071372" cy="22401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9" name="Chart Placeholder 9">
            <a:extLst>
              <a:ext uri="{FF2B5EF4-FFF2-40B4-BE49-F238E27FC236}">
                <a16:creationId xmlns:a16="http://schemas.microsoft.com/office/drawing/2014/main" id="{9E4BD627-7B69-7C4C-AE70-3EFAC4E8D9B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04388" y="4320964"/>
            <a:ext cx="5071372" cy="22401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49133506"/>
      </p:ext>
    </p:extLst>
  </p:cSld>
  <p:clrMapOvr>
    <a:masterClrMapping/>
  </p:clrMapOvr>
  <p:transition spd="slow">
    <p:cover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6" y="1675525"/>
            <a:ext cx="3638437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7" name="Chart Placeholder 9">
            <a:extLst>
              <a:ext uri="{FF2B5EF4-FFF2-40B4-BE49-F238E27FC236}">
                <a16:creationId xmlns:a16="http://schemas.microsoft.com/office/drawing/2014/main" id="{84B55847-81CC-3149-BA87-77E4B690DA7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276781" y="1680439"/>
            <a:ext cx="3638437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8" name="Chart Placeholder 9">
            <a:extLst>
              <a:ext uri="{FF2B5EF4-FFF2-40B4-BE49-F238E27FC236}">
                <a16:creationId xmlns:a16="http://schemas.microsoft.com/office/drawing/2014/main" id="{2EC53EEC-CCF6-F945-AAF5-8D08FD3B174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78274" y="4303490"/>
            <a:ext cx="3638437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9" name="Chart Placeholder 9">
            <a:extLst>
              <a:ext uri="{FF2B5EF4-FFF2-40B4-BE49-F238E27FC236}">
                <a16:creationId xmlns:a16="http://schemas.microsoft.com/office/drawing/2014/main" id="{9E4BD627-7B69-7C4C-AE70-3EFAC4E8D9B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85169" y="4308404"/>
            <a:ext cx="3638437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0FF11F9D-E48D-E643-82ED-ACF27CC9383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266900" y="1675525"/>
            <a:ext cx="3638438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5CD94A68-F243-1047-8051-6ACEFB7045D5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8275288" y="4303490"/>
            <a:ext cx="3638438" cy="2252734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69653206"/>
      </p:ext>
    </p:extLst>
  </p:cSld>
  <p:clrMapOvr>
    <a:masterClrMapping/>
  </p:clrMapOvr>
  <p:transition spd="slow">
    <p:cover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E69D3F0B-26ED-0E41-AADA-C5A7EF84833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650966-31C9-2842-A0DC-048C5C82EA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0E1DE428-A653-984B-882D-2CD8BE99521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69886" y="1675525"/>
            <a:ext cx="3638437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7" name="Chart Placeholder 9">
            <a:extLst>
              <a:ext uri="{FF2B5EF4-FFF2-40B4-BE49-F238E27FC236}">
                <a16:creationId xmlns:a16="http://schemas.microsoft.com/office/drawing/2014/main" id="{84B55847-81CC-3149-BA87-77E4B690DA7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276781" y="1680439"/>
            <a:ext cx="3638437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8" name="Chart Placeholder 9">
            <a:extLst>
              <a:ext uri="{FF2B5EF4-FFF2-40B4-BE49-F238E27FC236}">
                <a16:creationId xmlns:a16="http://schemas.microsoft.com/office/drawing/2014/main" id="{2EC53EEC-CCF6-F945-AAF5-8D08FD3B174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78274" y="4303490"/>
            <a:ext cx="3638437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9" name="Chart Placeholder 9">
            <a:extLst>
              <a:ext uri="{FF2B5EF4-FFF2-40B4-BE49-F238E27FC236}">
                <a16:creationId xmlns:a16="http://schemas.microsoft.com/office/drawing/2014/main" id="{9E4BD627-7B69-7C4C-AE70-3EFAC4E8D9B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85169" y="4308404"/>
            <a:ext cx="3638437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0FF11F9D-E48D-E643-82ED-ACF27CC9383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266900" y="1675525"/>
            <a:ext cx="3638438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5CD94A68-F243-1047-8051-6ACEFB7045D5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8275288" y="4303490"/>
            <a:ext cx="3638438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97024992"/>
      </p:ext>
    </p:extLst>
  </p:cSld>
  <p:clrMapOvr>
    <a:masterClrMapping/>
  </p:clrMapOvr>
  <p:transition spd="slow">
    <p:cover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83247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 sz="2800">
                <a:solidFill>
                  <a:schemeClr val="tx1"/>
                </a:solidFill>
              </a:defRPr>
            </a:lvl2pPr>
            <a:lvl3pPr algn="l">
              <a:defRPr sz="2800">
                <a:solidFill>
                  <a:schemeClr val="tx1"/>
                </a:solidFill>
              </a:defRPr>
            </a:lvl3pPr>
            <a:lvl4pPr algn="l">
              <a:defRPr sz="2800">
                <a:solidFill>
                  <a:schemeClr val="tx1"/>
                </a:solidFill>
              </a:defRPr>
            </a:lvl4pPr>
            <a:lvl5pPr algn="l"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18205CC-23B7-964A-9FDF-DB7882292DA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359525" y="1494971"/>
            <a:ext cx="5562590" cy="5066165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5764031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descri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B260FA68-8967-6047-8FC9-35F5965BDF94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5585225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59158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18205CC-23B7-964A-9FDF-DB7882292DA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359525" y="1135625"/>
            <a:ext cx="5562590" cy="4660491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312168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with descri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B260FA68-8967-6047-8FC9-35F5965BDF94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5585225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59158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18205CC-23B7-964A-9FDF-DB7882292DA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359525" y="1135625"/>
            <a:ext cx="5562590" cy="46604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82E691-0B0B-7E42-941F-03727EC769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5304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20D1241-1E52-0849-A33D-F9A6A140EBD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69885" y="1934844"/>
            <a:ext cx="11658590" cy="4626293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1578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240FD6CE-E506-E84F-A9B5-C7994EE984C8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67E8D-3E13-8647-A644-216BD8BDA7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20D1241-1E52-0849-A33D-F9A6A140EBD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69885" y="1934844"/>
            <a:ext cx="11658590" cy="46262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70792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Table Placeholder 2">
            <a:extLst>
              <a:ext uri="{FF2B5EF4-FFF2-40B4-BE49-F238E27FC236}">
                <a16:creationId xmlns:a16="http://schemas.microsoft.com/office/drawing/2014/main" id="{08373BC9-5848-A742-BBB8-E5FD5E06ED9C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18904" y="1946784"/>
            <a:ext cx="5703211" cy="4626293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8" name="Table Placeholder 2">
            <a:extLst>
              <a:ext uri="{FF2B5EF4-FFF2-40B4-BE49-F238E27FC236}">
                <a16:creationId xmlns:a16="http://schemas.microsoft.com/office/drawing/2014/main" id="{7252C738-FF1B-8248-A6B5-AE20BD5A6AE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69886" y="1946784"/>
            <a:ext cx="5703211" cy="4626293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13706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ACB04988-3E33-5744-81DE-2CDAA50ABE7E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700006-FBEB-9849-926A-850F98B71E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Table Placeholder 2">
            <a:extLst>
              <a:ext uri="{FF2B5EF4-FFF2-40B4-BE49-F238E27FC236}">
                <a16:creationId xmlns:a16="http://schemas.microsoft.com/office/drawing/2014/main" id="{08373BC9-5848-A742-BBB8-E5FD5E06ED9C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18904" y="1946784"/>
            <a:ext cx="5703211" cy="46262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8" name="Table Placeholder 2">
            <a:extLst>
              <a:ext uri="{FF2B5EF4-FFF2-40B4-BE49-F238E27FC236}">
                <a16:creationId xmlns:a16="http://schemas.microsoft.com/office/drawing/2014/main" id="{7252C738-FF1B-8248-A6B5-AE20BD5A6AE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69886" y="1946784"/>
            <a:ext cx="5703211" cy="46262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317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0" name="Table Placeholder 2">
            <a:extLst>
              <a:ext uri="{FF2B5EF4-FFF2-40B4-BE49-F238E27FC236}">
                <a16:creationId xmlns:a16="http://schemas.microsoft.com/office/drawing/2014/main" id="{7B68562D-9426-7B48-AFFB-4E5BF72353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9887" y="4320963"/>
            <a:ext cx="565260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1" name="Table Placeholder 2">
            <a:extLst>
              <a:ext uri="{FF2B5EF4-FFF2-40B4-BE49-F238E27FC236}">
                <a16:creationId xmlns:a16="http://schemas.microsoft.com/office/drawing/2014/main" id="{56F46DA0-A4EC-F840-9714-CE4C6414894E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274447" y="1675524"/>
            <a:ext cx="565260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60EB85F1-E719-8E47-85A8-F0BB6E339927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269887" y="1675523"/>
            <a:ext cx="565260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02854A70-C009-3149-A583-BAD4578A9664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6274447" y="4327284"/>
            <a:ext cx="5652606" cy="2240175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3312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F82F855E-A11F-CC40-92A5-B61A1BA0530F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4539BE-7B7B-6A43-8CE5-A5669C7BAA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0" name="Table Placeholder 2">
            <a:extLst>
              <a:ext uri="{FF2B5EF4-FFF2-40B4-BE49-F238E27FC236}">
                <a16:creationId xmlns:a16="http://schemas.microsoft.com/office/drawing/2014/main" id="{7B68562D-9426-7B48-AFFB-4E5BF72353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69887" y="4320963"/>
            <a:ext cx="565260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1" name="Table Placeholder 2">
            <a:extLst>
              <a:ext uri="{FF2B5EF4-FFF2-40B4-BE49-F238E27FC236}">
                <a16:creationId xmlns:a16="http://schemas.microsoft.com/office/drawing/2014/main" id="{56F46DA0-A4EC-F840-9714-CE4C6414894E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274447" y="1675524"/>
            <a:ext cx="565260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60EB85F1-E719-8E47-85A8-F0BB6E339927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269887" y="1675523"/>
            <a:ext cx="565260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02854A70-C009-3149-A583-BAD4578A9664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6274447" y="4327284"/>
            <a:ext cx="565260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30338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FB2F8955-AC45-D643-A403-B2F3C5FA4C12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276782" y="1675523"/>
            <a:ext cx="3638436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65E83300-5AB9-0542-93AC-01E1C453430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268662" y="1675523"/>
            <a:ext cx="3638436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4" name="Table Placeholder 2">
            <a:extLst>
              <a:ext uri="{FF2B5EF4-FFF2-40B4-BE49-F238E27FC236}">
                <a16:creationId xmlns:a16="http://schemas.microsoft.com/office/drawing/2014/main" id="{DAE285B4-CA46-8048-80F2-D60851852050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8300142" y="1675523"/>
            <a:ext cx="3638436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5" name="Table Placeholder 2">
            <a:extLst>
              <a:ext uri="{FF2B5EF4-FFF2-40B4-BE49-F238E27FC236}">
                <a16:creationId xmlns:a16="http://schemas.microsoft.com/office/drawing/2014/main" id="{A6243BC3-C2BB-AC4D-8317-A7296A059CBE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4276782" y="4312043"/>
            <a:ext cx="3638436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C5E614F4-8403-7F46-8045-2A8C485B65DE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268662" y="4312043"/>
            <a:ext cx="3638436" cy="225273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4AEA4EE0-8A6D-CC45-B968-23E51781629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8300142" y="4312043"/>
            <a:ext cx="3638436" cy="2252734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5694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AFE22B40-080B-BA4F-953A-79B167F9BACA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88CBB6-A093-6248-9ACA-88DA546DD9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FB2F8955-AC45-D643-A403-B2F3C5FA4C12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276782" y="1675523"/>
            <a:ext cx="3638436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65E83300-5AB9-0542-93AC-01E1C453430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268662" y="1675523"/>
            <a:ext cx="3638436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4" name="Table Placeholder 2">
            <a:extLst>
              <a:ext uri="{FF2B5EF4-FFF2-40B4-BE49-F238E27FC236}">
                <a16:creationId xmlns:a16="http://schemas.microsoft.com/office/drawing/2014/main" id="{DAE285B4-CA46-8048-80F2-D60851852050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8300142" y="1675523"/>
            <a:ext cx="3638436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5" name="Table Placeholder 2">
            <a:extLst>
              <a:ext uri="{FF2B5EF4-FFF2-40B4-BE49-F238E27FC236}">
                <a16:creationId xmlns:a16="http://schemas.microsoft.com/office/drawing/2014/main" id="{A6243BC3-C2BB-AC4D-8317-A7296A059CBE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4276782" y="4312043"/>
            <a:ext cx="3638436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C5E614F4-8403-7F46-8045-2A8C485B65DE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268662" y="4312043"/>
            <a:ext cx="3638436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4AEA4EE0-8A6D-CC45-B968-23E51781629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8300142" y="4312043"/>
            <a:ext cx="3638436" cy="22527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03016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83247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 sz="2800">
                <a:solidFill>
                  <a:schemeClr val="tx1"/>
                </a:solidFill>
              </a:defRPr>
            </a:lvl2pPr>
            <a:lvl3pPr algn="l">
              <a:defRPr sz="2800">
                <a:solidFill>
                  <a:schemeClr val="tx1"/>
                </a:solidFill>
              </a:defRPr>
            </a:lvl3pPr>
            <a:lvl4pPr algn="l">
              <a:defRPr sz="2800">
                <a:solidFill>
                  <a:schemeClr val="tx1"/>
                </a:solidFill>
              </a:defRPr>
            </a:lvl4pPr>
            <a:lvl5pPr algn="l"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5" name="Table Placeholder 2">
            <a:extLst>
              <a:ext uri="{FF2B5EF4-FFF2-40B4-BE49-F238E27FC236}">
                <a16:creationId xmlns:a16="http://schemas.microsoft.com/office/drawing/2014/main" id="{4C405BCC-97CD-F34D-820F-E4D76DE56542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6359524" y="1938502"/>
            <a:ext cx="5568951" cy="4622635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5998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descri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B260FA68-8967-6047-8FC9-35F5965BDF94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5585225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59158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67F3139A-1BD4-2544-B576-2916655AFC51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6359524" y="1173480"/>
            <a:ext cx="5568951" cy="4622635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6752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with descri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B260FA68-8967-6047-8FC9-35F5965BDF94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5585225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59158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67F3139A-1BD4-2544-B576-2916655AFC51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6359524" y="1173480"/>
            <a:ext cx="5568951" cy="46226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87DE46-6C8F-974F-86DE-C1606AAC5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2EE41BDC-2EC5-EE4C-8592-1678EC99033A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263525" y="1934844"/>
            <a:ext cx="11664949" cy="4626294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1208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2377F67C-5B60-FE4A-A31E-F2E5832FCE0D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CA3F77-452B-AE4E-A606-7FF2ED624F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2EE41BDC-2EC5-EE4C-8592-1678EC99033A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263525" y="1934844"/>
            <a:ext cx="11664949" cy="462629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612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0B74E422-C0D2-104F-8B85-0A5CA2106BCC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6225264" y="1934844"/>
            <a:ext cx="5703211" cy="462629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535A7075-8D23-1342-A7F1-DF6ECFD12AA5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281664" y="1934844"/>
            <a:ext cx="5703211" cy="4626294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9809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31D986C2-7F10-E84E-8D0E-717A75A3F16D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F5ACF4-28B3-6948-ADDC-BE35A9BEBC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0B74E422-C0D2-104F-8B85-0A5CA2106BCC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6225264" y="1934844"/>
            <a:ext cx="5703211" cy="462629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535A7075-8D23-1342-A7F1-DF6ECFD12AA5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281664" y="1934844"/>
            <a:ext cx="5703211" cy="462629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6048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535A7075-8D23-1342-A7F1-DF6ECFD12AA5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281665" y="1934844"/>
            <a:ext cx="3660544" cy="462629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8" name="SmartArt Placeholder 3">
            <a:extLst>
              <a:ext uri="{FF2B5EF4-FFF2-40B4-BE49-F238E27FC236}">
                <a16:creationId xmlns:a16="http://schemas.microsoft.com/office/drawing/2014/main" id="{60672CF8-028D-B34F-AC63-A42577A76274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4273092" y="1934844"/>
            <a:ext cx="3660544" cy="4626294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0" name="SmartArt Placeholder 3">
            <a:extLst>
              <a:ext uri="{FF2B5EF4-FFF2-40B4-BE49-F238E27FC236}">
                <a16:creationId xmlns:a16="http://schemas.microsoft.com/office/drawing/2014/main" id="{20CBC8CC-CB22-6E4F-8620-E5E5332C745E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8264521" y="1934844"/>
            <a:ext cx="3660544" cy="4626294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6687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CDD916C0-BE0B-3D40-A6D9-58D0C161E65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57F05E-63BD-754B-9328-E0F5C4CBD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535A7075-8D23-1342-A7F1-DF6ECFD12AA5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281665" y="1934844"/>
            <a:ext cx="3660544" cy="462629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8" name="SmartArt Placeholder 3">
            <a:extLst>
              <a:ext uri="{FF2B5EF4-FFF2-40B4-BE49-F238E27FC236}">
                <a16:creationId xmlns:a16="http://schemas.microsoft.com/office/drawing/2014/main" id="{60672CF8-028D-B34F-AC63-A42577A76274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4273092" y="1934844"/>
            <a:ext cx="3660544" cy="462629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0" name="SmartArt Placeholder 3">
            <a:extLst>
              <a:ext uri="{FF2B5EF4-FFF2-40B4-BE49-F238E27FC236}">
                <a16:creationId xmlns:a16="http://schemas.microsoft.com/office/drawing/2014/main" id="{20CBC8CC-CB22-6E4F-8620-E5E5332C745E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8264521" y="1934844"/>
            <a:ext cx="3660544" cy="462629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7931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SmartArt Placeholder 3">
            <a:extLst>
              <a:ext uri="{FF2B5EF4-FFF2-40B4-BE49-F238E27FC236}">
                <a16:creationId xmlns:a16="http://schemas.microsoft.com/office/drawing/2014/main" id="{EAAB9B4D-347B-4746-A778-C79B3F15F323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>
          <a:xfrm>
            <a:off x="6269506" y="1675523"/>
            <a:ext cx="5652607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8" name="SmartArt Placeholder 3">
            <a:extLst>
              <a:ext uri="{FF2B5EF4-FFF2-40B4-BE49-F238E27FC236}">
                <a16:creationId xmlns:a16="http://schemas.microsoft.com/office/drawing/2014/main" id="{215334CE-CF9B-1D48-ADDD-34F3A7D04A6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280186" y="1675523"/>
            <a:ext cx="5652607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04F0F5B4-E94D-0340-8A2F-60AF04EDF0B2}"/>
              </a:ext>
            </a:extLst>
          </p:cNvPr>
          <p:cNvSpPr>
            <a:spLocks noGrp="1"/>
          </p:cNvSpPr>
          <p:nvPr>
            <p:ph type="dgm" sz="quarter" idx="21"/>
          </p:nvPr>
        </p:nvSpPr>
        <p:spPr>
          <a:xfrm>
            <a:off x="6269506" y="4327283"/>
            <a:ext cx="5652607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4" name="SmartArt Placeholder 3">
            <a:extLst>
              <a:ext uri="{FF2B5EF4-FFF2-40B4-BE49-F238E27FC236}">
                <a16:creationId xmlns:a16="http://schemas.microsoft.com/office/drawing/2014/main" id="{3B837864-D176-3F43-8F5F-1DE2D94A4649}"/>
              </a:ext>
            </a:extLst>
          </p:cNvPr>
          <p:cNvSpPr>
            <a:spLocks noGrp="1"/>
          </p:cNvSpPr>
          <p:nvPr>
            <p:ph type="dgm" sz="quarter" idx="22"/>
          </p:nvPr>
        </p:nvSpPr>
        <p:spPr>
          <a:xfrm>
            <a:off x="280186" y="4327283"/>
            <a:ext cx="5652607" cy="2240175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566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44A4ECFF-3928-2840-BBDB-F81AF8F5B5FB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231CAA-19AB-F241-B71F-5FF4855885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SmartArt Placeholder 3">
            <a:extLst>
              <a:ext uri="{FF2B5EF4-FFF2-40B4-BE49-F238E27FC236}">
                <a16:creationId xmlns:a16="http://schemas.microsoft.com/office/drawing/2014/main" id="{EAAB9B4D-347B-4746-A778-C79B3F15F323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>
          <a:xfrm>
            <a:off x="6269506" y="1675523"/>
            <a:ext cx="5652607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8" name="SmartArt Placeholder 3">
            <a:extLst>
              <a:ext uri="{FF2B5EF4-FFF2-40B4-BE49-F238E27FC236}">
                <a16:creationId xmlns:a16="http://schemas.microsoft.com/office/drawing/2014/main" id="{215334CE-CF9B-1D48-ADDD-34F3A7D04A6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280186" y="1675523"/>
            <a:ext cx="5652607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04F0F5B4-E94D-0340-8A2F-60AF04EDF0B2}"/>
              </a:ext>
            </a:extLst>
          </p:cNvPr>
          <p:cNvSpPr>
            <a:spLocks noGrp="1"/>
          </p:cNvSpPr>
          <p:nvPr>
            <p:ph type="dgm" sz="quarter" idx="21"/>
          </p:nvPr>
        </p:nvSpPr>
        <p:spPr>
          <a:xfrm>
            <a:off x="6269506" y="4327283"/>
            <a:ext cx="5652607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4" name="SmartArt Placeholder 3">
            <a:extLst>
              <a:ext uri="{FF2B5EF4-FFF2-40B4-BE49-F238E27FC236}">
                <a16:creationId xmlns:a16="http://schemas.microsoft.com/office/drawing/2014/main" id="{3B837864-D176-3F43-8F5F-1DE2D94A4649}"/>
              </a:ext>
            </a:extLst>
          </p:cNvPr>
          <p:cNvSpPr>
            <a:spLocks noGrp="1"/>
          </p:cNvSpPr>
          <p:nvPr>
            <p:ph type="dgm" sz="quarter" idx="22"/>
          </p:nvPr>
        </p:nvSpPr>
        <p:spPr>
          <a:xfrm>
            <a:off x="280186" y="4327283"/>
            <a:ext cx="5652607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28552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0E48EB94-C8FB-7049-A851-2526964ABEF6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>
          <a:xfrm>
            <a:off x="4276782" y="1675523"/>
            <a:ext cx="363843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0" name="SmartArt Placeholder 3">
            <a:extLst>
              <a:ext uri="{FF2B5EF4-FFF2-40B4-BE49-F238E27FC236}">
                <a16:creationId xmlns:a16="http://schemas.microsoft.com/office/drawing/2014/main" id="{23D65490-99DD-BE42-B145-6E5874BC2D37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>
          <a:xfrm>
            <a:off x="268662" y="1675523"/>
            <a:ext cx="363843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1" name="SmartArt Placeholder 3">
            <a:extLst>
              <a:ext uri="{FF2B5EF4-FFF2-40B4-BE49-F238E27FC236}">
                <a16:creationId xmlns:a16="http://schemas.microsoft.com/office/drawing/2014/main" id="{7B7AB300-A4DE-BF44-94EE-8144776B89E2}"/>
              </a:ext>
            </a:extLst>
          </p:cNvPr>
          <p:cNvSpPr>
            <a:spLocks noGrp="1"/>
          </p:cNvSpPr>
          <p:nvPr>
            <p:ph type="dgm" sz="quarter" idx="25"/>
          </p:nvPr>
        </p:nvSpPr>
        <p:spPr>
          <a:xfrm>
            <a:off x="8300142" y="1675523"/>
            <a:ext cx="363843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8" name="SmartArt Placeholder 3">
            <a:extLst>
              <a:ext uri="{FF2B5EF4-FFF2-40B4-BE49-F238E27FC236}">
                <a16:creationId xmlns:a16="http://schemas.microsoft.com/office/drawing/2014/main" id="{D3C31A7C-D222-544D-A70C-DC5A0F3A9ED4}"/>
              </a:ext>
            </a:extLst>
          </p:cNvPr>
          <p:cNvSpPr>
            <a:spLocks noGrp="1"/>
          </p:cNvSpPr>
          <p:nvPr>
            <p:ph type="dgm" sz="quarter" idx="26"/>
          </p:nvPr>
        </p:nvSpPr>
        <p:spPr>
          <a:xfrm>
            <a:off x="4276782" y="4327283"/>
            <a:ext cx="363843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19" name="SmartArt Placeholder 3">
            <a:extLst>
              <a:ext uri="{FF2B5EF4-FFF2-40B4-BE49-F238E27FC236}">
                <a16:creationId xmlns:a16="http://schemas.microsoft.com/office/drawing/2014/main" id="{623C9EBD-1627-AC4B-835E-53BD70278026}"/>
              </a:ext>
            </a:extLst>
          </p:cNvPr>
          <p:cNvSpPr>
            <a:spLocks noGrp="1"/>
          </p:cNvSpPr>
          <p:nvPr>
            <p:ph type="dgm" sz="quarter" idx="27"/>
          </p:nvPr>
        </p:nvSpPr>
        <p:spPr>
          <a:xfrm>
            <a:off x="268662" y="4327283"/>
            <a:ext cx="3638436" cy="2240175"/>
          </a:xfrm>
        </p:spPr>
        <p:txBody>
          <a:bodyPr/>
          <a:lstStyle/>
          <a:p>
            <a:endParaRPr lang="en-AE" dirty="0"/>
          </a:p>
        </p:txBody>
      </p:sp>
      <p:sp>
        <p:nvSpPr>
          <p:cNvPr id="20" name="SmartArt Placeholder 3">
            <a:extLst>
              <a:ext uri="{FF2B5EF4-FFF2-40B4-BE49-F238E27FC236}">
                <a16:creationId xmlns:a16="http://schemas.microsoft.com/office/drawing/2014/main" id="{5F7D00FC-B5B7-2445-81C6-53014FBBAE4C}"/>
              </a:ext>
            </a:extLst>
          </p:cNvPr>
          <p:cNvSpPr>
            <a:spLocks noGrp="1"/>
          </p:cNvSpPr>
          <p:nvPr>
            <p:ph type="dgm" sz="quarter" idx="28"/>
          </p:nvPr>
        </p:nvSpPr>
        <p:spPr>
          <a:xfrm>
            <a:off x="8300142" y="4327283"/>
            <a:ext cx="3638436" cy="2240175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1597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FA5BB444-B9C1-D84F-B814-1C877017EA50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FD2E67-0F89-B143-B694-48D6F986C8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9" name="SmartArt Placeholder 3">
            <a:extLst>
              <a:ext uri="{FF2B5EF4-FFF2-40B4-BE49-F238E27FC236}">
                <a16:creationId xmlns:a16="http://schemas.microsoft.com/office/drawing/2014/main" id="{0E48EB94-C8FB-7049-A851-2526964ABEF6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>
          <a:xfrm>
            <a:off x="4276782" y="1675523"/>
            <a:ext cx="363843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0" name="SmartArt Placeholder 3">
            <a:extLst>
              <a:ext uri="{FF2B5EF4-FFF2-40B4-BE49-F238E27FC236}">
                <a16:creationId xmlns:a16="http://schemas.microsoft.com/office/drawing/2014/main" id="{23D65490-99DD-BE42-B145-6E5874BC2D37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>
          <a:xfrm>
            <a:off x="268662" y="1675523"/>
            <a:ext cx="363843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1" name="SmartArt Placeholder 3">
            <a:extLst>
              <a:ext uri="{FF2B5EF4-FFF2-40B4-BE49-F238E27FC236}">
                <a16:creationId xmlns:a16="http://schemas.microsoft.com/office/drawing/2014/main" id="{7B7AB300-A4DE-BF44-94EE-8144776B89E2}"/>
              </a:ext>
            </a:extLst>
          </p:cNvPr>
          <p:cNvSpPr>
            <a:spLocks noGrp="1"/>
          </p:cNvSpPr>
          <p:nvPr>
            <p:ph type="dgm" sz="quarter" idx="25"/>
          </p:nvPr>
        </p:nvSpPr>
        <p:spPr>
          <a:xfrm>
            <a:off x="8300142" y="1675523"/>
            <a:ext cx="363843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8" name="SmartArt Placeholder 3">
            <a:extLst>
              <a:ext uri="{FF2B5EF4-FFF2-40B4-BE49-F238E27FC236}">
                <a16:creationId xmlns:a16="http://schemas.microsoft.com/office/drawing/2014/main" id="{D3C31A7C-D222-544D-A70C-DC5A0F3A9ED4}"/>
              </a:ext>
            </a:extLst>
          </p:cNvPr>
          <p:cNvSpPr>
            <a:spLocks noGrp="1"/>
          </p:cNvSpPr>
          <p:nvPr>
            <p:ph type="dgm" sz="quarter" idx="26"/>
          </p:nvPr>
        </p:nvSpPr>
        <p:spPr>
          <a:xfrm>
            <a:off x="4276782" y="4327283"/>
            <a:ext cx="363843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19" name="SmartArt Placeholder 3">
            <a:extLst>
              <a:ext uri="{FF2B5EF4-FFF2-40B4-BE49-F238E27FC236}">
                <a16:creationId xmlns:a16="http://schemas.microsoft.com/office/drawing/2014/main" id="{623C9EBD-1627-AC4B-835E-53BD70278026}"/>
              </a:ext>
            </a:extLst>
          </p:cNvPr>
          <p:cNvSpPr>
            <a:spLocks noGrp="1"/>
          </p:cNvSpPr>
          <p:nvPr>
            <p:ph type="dgm" sz="quarter" idx="27"/>
          </p:nvPr>
        </p:nvSpPr>
        <p:spPr>
          <a:xfrm>
            <a:off x="268662" y="4327283"/>
            <a:ext cx="363843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sp>
        <p:nvSpPr>
          <p:cNvPr id="20" name="SmartArt Placeholder 3">
            <a:extLst>
              <a:ext uri="{FF2B5EF4-FFF2-40B4-BE49-F238E27FC236}">
                <a16:creationId xmlns:a16="http://schemas.microsoft.com/office/drawing/2014/main" id="{5F7D00FC-B5B7-2445-81C6-53014FBBAE4C}"/>
              </a:ext>
            </a:extLst>
          </p:cNvPr>
          <p:cNvSpPr>
            <a:spLocks noGrp="1"/>
          </p:cNvSpPr>
          <p:nvPr>
            <p:ph type="dgm" sz="quarter" idx="28"/>
          </p:nvPr>
        </p:nvSpPr>
        <p:spPr>
          <a:xfrm>
            <a:off x="8300142" y="4327283"/>
            <a:ext cx="3638436" cy="2240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1428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83247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 sz="2800">
                <a:solidFill>
                  <a:schemeClr val="tx1"/>
                </a:solidFill>
              </a:defRPr>
            </a:lvl2pPr>
            <a:lvl3pPr algn="l">
              <a:defRPr sz="2800">
                <a:solidFill>
                  <a:schemeClr val="tx1"/>
                </a:solidFill>
              </a:defRPr>
            </a:lvl3pPr>
            <a:lvl4pPr algn="l">
              <a:defRPr sz="2800">
                <a:solidFill>
                  <a:schemeClr val="tx1"/>
                </a:solidFill>
              </a:defRPr>
            </a:lvl4pPr>
            <a:lvl5pPr algn="l"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8" name="SmartArt Placeholder 3">
            <a:extLst>
              <a:ext uri="{FF2B5EF4-FFF2-40B4-BE49-F238E27FC236}">
                <a16:creationId xmlns:a16="http://schemas.microsoft.com/office/drawing/2014/main" id="{B5F45282-626E-4F42-9693-D82A4193B2D6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>
          <a:xfrm>
            <a:off x="6359523" y="1938502"/>
            <a:ext cx="5568951" cy="4614351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3887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 with descri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B260FA68-8967-6047-8FC9-35F5965BDF94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5585225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59158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11" name="SmartArt Placeholder 3">
            <a:extLst>
              <a:ext uri="{FF2B5EF4-FFF2-40B4-BE49-F238E27FC236}">
                <a16:creationId xmlns:a16="http://schemas.microsoft.com/office/drawing/2014/main" id="{2821DBF0-40CB-3B4E-B369-01E7628E87DC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>
          <a:xfrm>
            <a:off x="6359523" y="1182784"/>
            <a:ext cx="5568951" cy="4614351"/>
          </a:xfrm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50590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 with descri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D2155EC8-6A1A-2044-A67E-35808F4AE50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83247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8" name="SmartArt Placeholder 3">
            <a:extLst>
              <a:ext uri="{FF2B5EF4-FFF2-40B4-BE49-F238E27FC236}">
                <a16:creationId xmlns:a16="http://schemas.microsoft.com/office/drawing/2014/main" id="{B5F45282-626E-4F42-9693-D82A4193B2D6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>
          <a:xfrm>
            <a:off x="6359523" y="1938502"/>
            <a:ext cx="5568951" cy="4614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5DA8AF-D2DC-0247-9F77-E25D5ECC81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9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32D3C0A-DB45-8049-8A96-5F12FE5594BD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2D73E-624E-7544-8802-23994F8F49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0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32D3C0A-DB45-8049-8A96-5F12FE5594BD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69886" y="1935163"/>
            <a:ext cx="11658590" cy="4625974"/>
          </a:xfr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0949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Media Placeholder 3">
            <a:extLst>
              <a:ext uri="{FF2B5EF4-FFF2-40B4-BE49-F238E27FC236}">
                <a16:creationId xmlns:a16="http://schemas.microsoft.com/office/drawing/2014/main" id="{EE0FCE27-75F5-584F-8630-62D7E5B715F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13486" y="1935163"/>
            <a:ext cx="5714989" cy="4625974"/>
          </a:xfrm>
        </p:spPr>
        <p:txBody>
          <a:bodyPr/>
          <a:lstStyle/>
          <a:p>
            <a:endParaRPr lang="en-AE"/>
          </a:p>
        </p:txBody>
      </p:sp>
      <p:sp>
        <p:nvSpPr>
          <p:cNvPr id="8" name="Media Placeholder 3">
            <a:extLst>
              <a:ext uri="{FF2B5EF4-FFF2-40B4-BE49-F238E27FC236}">
                <a16:creationId xmlns:a16="http://schemas.microsoft.com/office/drawing/2014/main" id="{221F4257-5940-0145-8EC0-0E132CCD4E7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269886" y="1935163"/>
            <a:ext cx="5714989" cy="4625974"/>
          </a:xfr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3574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73A858B1-6B39-3845-B67D-E27980BC343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6248906" y="1675523"/>
            <a:ext cx="5662908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1" name="Media Placeholder 3">
            <a:extLst>
              <a:ext uri="{FF2B5EF4-FFF2-40B4-BE49-F238E27FC236}">
                <a16:creationId xmlns:a16="http://schemas.microsoft.com/office/drawing/2014/main" id="{0FDFC576-91D9-7A4F-9765-870CC5046946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259586" y="1675523"/>
            <a:ext cx="5662908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2" name="Media Placeholder 3">
            <a:extLst>
              <a:ext uri="{FF2B5EF4-FFF2-40B4-BE49-F238E27FC236}">
                <a16:creationId xmlns:a16="http://schemas.microsoft.com/office/drawing/2014/main" id="{4695BC18-0A8E-6446-BCBC-2D46E5F9CE91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6248906" y="4327283"/>
            <a:ext cx="5662908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id="{5879069A-C3D8-4F47-9629-AB6FDB3ED8D0}"/>
              </a:ext>
            </a:extLst>
          </p:cNvPr>
          <p:cNvSpPr>
            <a:spLocks noGrp="1"/>
          </p:cNvSpPr>
          <p:nvPr>
            <p:ph type="media" sz="quarter" idx="16"/>
          </p:nvPr>
        </p:nvSpPr>
        <p:spPr>
          <a:xfrm>
            <a:off x="259586" y="4327283"/>
            <a:ext cx="5662908" cy="2240175"/>
          </a:xfr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371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12" name="Media Placeholder 3">
            <a:extLst>
              <a:ext uri="{FF2B5EF4-FFF2-40B4-BE49-F238E27FC236}">
                <a16:creationId xmlns:a16="http://schemas.microsoft.com/office/drawing/2014/main" id="{DE18FBB6-390D-7E4E-9B4E-C2C9F84C4DC9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4272244" y="1675523"/>
            <a:ext cx="3647512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id="{2AFC5FC5-D05A-114C-AC79-6F695D97A86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264124" y="1675523"/>
            <a:ext cx="3647512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4" name="Media Placeholder 3">
            <a:extLst>
              <a:ext uri="{FF2B5EF4-FFF2-40B4-BE49-F238E27FC236}">
                <a16:creationId xmlns:a16="http://schemas.microsoft.com/office/drawing/2014/main" id="{9ECAAF7A-7348-F44B-8117-4D4B4E90AF83}"/>
              </a:ext>
            </a:extLst>
          </p:cNvPr>
          <p:cNvSpPr>
            <a:spLocks noGrp="1"/>
          </p:cNvSpPr>
          <p:nvPr>
            <p:ph type="media" sz="quarter" idx="16"/>
          </p:nvPr>
        </p:nvSpPr>
        <p:spPr>
          <a:xfrm>
            <a:off x="8280364" y="1675523"/>
            <a:ext cx="3647512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5" name="Media Placeholder 3">
            <a:extLst>
              <a:ext uri="{FF2B5EF4-FFF2-40B4-BE49-F238E27FC236}">
                <a16:creationId xmlns:a16="http://schemas.microsoft.com/office/drawing/2014/main" id="{21471714-20EE-9940-953D-53432EDB7E78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4272244" y="4327283"/>
            <a:ext cx="3647512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6" name="Media Placeholder 3">
            <a:extLst>
              <a:ext uri="{FF2B5EF4-FFF2-40B4-BE49-F238E27FC236}">
                <a16:creationId xmlns:a16="http://schemas.microsoft.com/office/drawing/2014/main" id="{10129B7F-9E39-A748-AA64-014102CFC660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264124" y="4327283"/>
            <a:ext cx="3647512" cy="2240175"/>
          </a:xfrm>
        </p:spPr>
        <p:txBody>
          <a:bodyPr/>
          <a:lstStyle/>
          <a:p>
            <a:endParaRPr lang="en-AE"/>
          </a:p>
        </p:txBody>
      </p:sp>
      <p:sp>
        <p:nvSpPr>
          <p:cNvPr id="17" name="Media Placeholder 3">
            <a:extLst>
              <a:ext uri="{FF2B5EF4-FFF2-40B4-BE49-F238E27FC236}">
                <a16:creationId xmlns:a16="http://schemas.microsoft.com/office/drawing/2014/main" id="{34662F3A-7F46-D54F-A9D3-B9ED524CA21B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>
          <a:xfrm>
            <a:off x="8280364" y="4327283"/>
            <a:ext cx="3647512" cy="2240175"/>
          </a:xfr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6248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10717663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83247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 sz="2800">
                <a:solidFill>
                  <a:schemeClr val="tx1"/>
                </a:solidFill>
              </a:defRPr>
            </a:lvl2pPr>
            <a:lvl3pPr algn="l">
              <a:defRPr sz="2800">
                <a:solidFill>
                  <a:schemeClr val="tx1"/>
                </a:solidFill>
              </a:defRPr>
            </a:lvl3pPr>
            <a:lvl4pPr algn="l">
              <a:defRPr sz="2800">
                <a:solidFill>
                  <a:schemeClr val="tx1"/>
                </a:solidFill>
              </a:defRPr>
            </a:lvl4pPr>
            <a:lvl5pPr algn="l"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5" name="Media Placeholder 3">
            <a:extLst>
              <a:ext uri="{FF2B5EF4-FFF2-40B4-BE49-F238E27FC236}">
                <a16:creationId xmlns:a16="http://schemas.microsoft.com/office/drawing/2014/main" id="{4E3E5106-D4E5-A742-BC67-C18DF6D99A20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359523" y="1946786"/>
            <a:ext cx="5568952" cy="4625974"/>
          </a:xfr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6612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with descri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B260FA68-8967-6047-8FC9-35F5965BDF94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B67EDA0-BA20-5742-8D79-B5058FB9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96862"/>
            <a:ext cx="5585225" cy="1053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08E03-951D-FC46-BE1A-7813F43BB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3525" y="1946786"/>
            <a:ext cx="5591585" cy="4614351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9" name="Media Placeholder 3">
            <a:extLst>
              <a:ext uri="{FF2B5EF4-FFF2-40B4-BE49-F238E27FC236}">
                <a16:creationId xmlns:a16="http://schemas.microsoft.com/office/drawing/2014/main" id="{F46BB4A1-EF92-194C-80B3-4747D547C22E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359523" y="1228577"/>
            <a:ext cx="5568952" cy="4625974"/>
          </a:xfr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80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0.7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79A287-F902-214E-ADC6-22D35FF7B2E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6D0724-CB04-2944-AFCE-5FA59BE76C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666" t="33629" r="42917" b="35852"/>
          <a:stretch/>
        </p:blipFill>
        <p:spPr>
          <a:xfrm>
            <a:off x="6425561" y="1454382"/>
            <a:ext cx="1453519" cy="1730778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D3D9C9B-3ACD-FA48-AB72-1C7414503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922" y="2917422"/>
            <a:ext cx="3272155" cy="1053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70075122"/>
      </p:ext>
    </p:extLst>
  </p:cSld>
  <p:clrMapOvr>
    <a:masterClrMapping/>
  </p:clrMapOvr>
  <p:transition spd="slow">
    <p:comb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page – image c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61D937-2329-4BBE-ABAB-AC160D4B89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-1876"/>
            <a:ext cx="12192002" cy="68580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4BE155-5C6D-4247-8932-F479F56AE3DE}"/>
              </a:ext>
            </a:extLst>
          </p:cNvPr>
          <p:cNvGrpSpPr/>
          <p:nvPr userDrawn="1"/>
        </p:nvGrpSpPr>
        <p:grpSpPr>
          <a:xfrm>
            <a:off x="0" y="-1876"/>
            <a:ext cx="12192002" cy="6858002"/>
            <a:chOff x="-2" y="1"/>
            <a:chExt cx="12192002" cy="68580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141396-F631-4541-91C5-65FB42341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2" y="1"/>
              <a:ext cx="6754093" cy="68580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D10641-FCA3-40F8-B1CA-C6634CA75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185564" y="1"/>
              <a:ext cx="3006436" cy="685800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3570288"/>
            <a:ext cx="914400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36A3-407D-E5EC-9E71-E563D9D2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7EFA2AE7-CE46-E945-82C0-A643827B4D8B}" type="datetime1">
              <a:rPr lang="en-US" altLang="zh-CN" smtClean="0"/>
              <a:t>9/28/2026</a:t>
            </a:fld>
            <a:endParaRPr lang="zh-CN" altLang="en-US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3CDA7FA-435B-0DBB-56BC-2D025B5F14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2926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296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1868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371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0004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6432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64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484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8494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95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409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916DEA-964D-41CA-B03E-39BD752EF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986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FC8D16-027D-E0CE-8EE0-6A86F401E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"/>
            <a:ext cx="12192005" cy="685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F908C2-890A-E796-8C54-F6CC49A38C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1"/>
            <a:ext cx="12192002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9436" y="2057400"/>
            <a:ext cx="3893127" cy="1449726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Thank you!</a:t>
            </a:r>
            <a:endParaRPr lang="zh-CN" altLang="en-US"/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2977670-D4D3-4A2F-AEB1-C29A778C99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6459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page – image c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4D7EE-37E8-464B-AFDE-F80221617E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955"/>
          <a:stretch/>
        </p:blipFill>
        <p:spPr>
          <a:xfrm>
            <a:off x="1327632" y="0"/>
            <a:ext cx="10864368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4BE155-5C6D-4247-8932-F479F56AE3DE}"/>
              </a:ext>
            </a:extLst>
          </p:cNvPr>
          <p:cNvGrpSpPr/>
          <p:nvPr userDrawn="1"/>
        </p:nvGrpSpPr>
        <p:grpSpPr>
          <a:xfrm>
            <a:off x="-2" y="1"/>
            <a:ext cx="12192002" cy="6858002"/>
            <a:chOff x="-2" y="1"/>
            <a:chExt cx="12192002" cy="68580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141396-F631-4541-91C5-65FB42341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2" y="1"/>
              <a:ext cx="6754093" cy="68580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D10641-FCA3-40F8-B1CA-C6634CA75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185564" y="1"/>
              <a:ext cx="3006436" cy="685800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3570288"/>
            <a:ext cx="914400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36A3-407D-E5EC-9E71-E563D9D2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7EFA2AE7-CE46-E945-82C0-A643827B4D8B}" type="datetime1">
              <a:rPr lang="en-US" altLang="zh-CN" smtClean="0"/>
              <a:t>9/28/2026</a:t>
            </a:fld>
            <a:endParaRPr lang="zh-CN" altLang="en-US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3CDA7FA-435B-0DBB-56BC-2D025B5F14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5628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page – image c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61D937-2329-4BBE-ABAB-AC160D4B89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-1876"/>
            <a:ext cx="12192002" cy="68580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4BE155-5C6D-4247-8932-F479F56AE3DE}"/>
              </a:ext>
            </a:extLst>
          </p:cNvPr>
          <p:cNvGrpSpPr/>
          <p:nvPr userDrawn="1"/>
        </p:nvGrpSpPr>
        <p:grpSpPr>
          <a:xfrm>
            <a:off x="0" y="-1876"/>
            <a:ext cx="12192002" cy="6858002"/>
            <a:chOff x="-2" y="1"/>
            <a:chExt cx="12192002" cy="68580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141396-F631-4541-91C5-65FB42341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2" y="1"/>
              <a:ext cx="6754093" cy="68580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D10641-FCA3-40F8-B1CA-C6634CA75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185564" y="1"/>
              <a:ext cx="3006436" cy="685800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3570288"/>
            <a:ext cx="914400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36A3-407D-E5EC-9E71-E563D9D2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7EFA2AE7-CE46-E945-82C0-A643827B4D8B}" type="datetime1">
              <a:rPr lang="en-US" altLang="zh-CN" smtClean="0"/>
              <a:t>9/28/2026</a:t>
            </a:fld>
            <a:endParaRPr lang="zh-CN" altLang="en-US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3CDA7FA-435B-0DBB-56BC-2D025B5F14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1130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page – image c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6D188-9ECC-4072-B2A8-0CA8408374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" y="0"/>
            <a:ext cx="10683240" cy="687987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4BE155-5C6D-4247-8932-F479F56AE3DE}"/>
              </a:ext>
            </a:extLst>
          </p:cNvPr>
          <p:cNvGrpSpPr/>
          <p:nvPr userDrawn="1"/>
        </p:nvGrpSpPr>
        <p:grpSpPr>
          <a:xfrm>
            <a:off x="-2" y="0"/>
            <a:ext cx="12192002" cy="6879873"/>
            <a:chOff x="-2" y="1"/>
            <a:chExt cx="12192002" cy="68580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141396-F631-4541-91C5-65FB42341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2" y="1"/>
              <a:ext cx="6754093" cy="68580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D10641-FCA3-40F8-B1CA-C6634CA75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185564" y="1"/>
              <a:ext cx="3006436" cy="685800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3570288"/>
            <a:ext cx="914400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36A3-407D-E5EC-9E71-E563D9D2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7EFA2AE7-CE46-E945-82C0-A643827B4D8B}" type="datetime1">
              <a:rPr lang="en-US" altLang="zh-CN" smtClean="0"/>
              <a:t>9/28/2026</a:t>
            </a:fld>
            <a:endParaRPr lang="zh-CN" altLang="en-US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3CDA7FA-435B-0DBB-56BC-2D025B5F14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0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 – image c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1B9107F-2267-4BF5-AC41-0BBCA415BA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321" b="31028"/>
          <a:stretch/>
        </p:blipFill>
        <p:spPr>
          <a:xfrm>
            <a:off x="1651000" y="0"/>
            <a:ext cx="1054100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4BE155-5C6D-4247-8932-F479F56AE3DE}"/>
              </a:ext>
            </a:extLst>
          </p:cNvPr>
          <p:cNvGrpSpPr/>
          <p:nvPr userDrawn="1"/>
        </p:nvGrpSpPr>
        <p:grpSpPr>
          <a:xfrm>
            <a:off x="-2" y="1"/>
            <a:ext cx="12192002" cy="6858002"/>
            <a:chOff x="-2" y="1"/>
            <a:chExt cx="12192002" cy="68580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141396-F631-4541-91C5-65FB42341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2" y="1"/>
              <a:ext cx="6754093" cy="68580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D10641-FCA3-40F8-B1CA-C6634CA75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185564" y="1"/>
              <a:ext cx="3006436" cy="685800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3570288"/>
            <a:ext cx="914400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36A3-407D-E5EC-9E71-E563D9D2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7EFA2AE7-CE46-E945-82C0-A643827B4D8B}" type="datetime1">
              <a:rPr lang="en-US" altLang="zh-CN" smtClean="0"/>
              <a:t>9/28/2026</a:t>
            </a:fld>
            <a:endParaRPr lang="zh-CN" altLang="en-US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3CDA7FA-435B-0DBB-56BC-2D025B5F14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0396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FC8D16-027D-E0CE-8EE0-6A86F401E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"/>
            <a:ext cx="12192005" cy="685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F908C2-890A-E796-8C54-F6CC49A38C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2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9424" y="1255713"/>
            <a:ext cx="6808575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</a:t>
            </a:r>
            <a:br>
              <a:rPr lang="en-US" altLang="zh-CN"/>
            </a:br>
            <a:r>
              <a:rPr lang="en-US" altLang="zh-CN"/>
              <a:t>Master 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36A3-407D-E5EC-9E71-E563D9D2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59425" y="366554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4BA27B5-5694-C14F-BC9D-2AFBF537D5CD}" type="datetime1">
              <a:rPr lang="en-US" altLang="zh-CN" smtClean="0"/>
              <a:t>9/28/2026</a:t>
            </a:fld>
            <a:endParaRPr lang="zh-CN" altLang="en-US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3CDA7FA-435B-0DBB-56BC-2D025B5F14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6623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2293-7467-4A01-40AC-18858EF36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65125"/>
            <a:ext cx="11275200" cy="361645"/>
          </a:xfrm>
        </p:spPr>
        <p:txBody>
          <a:bodyPr anchor="t">
            <a:normAutofit/>
          </a:bodyPr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/>
              <a:t>Agenda</a:t>
            </a:r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35FEB-18BE-3AF6-8F58-3A8A6272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0000" y="6408000"/>
            <a:ext cx="4114800" cy="365125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2025 © Salam - Confidential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138CC-4D5A-6233-1805-42FE32E25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4A2457F1-9158-4B93-AF7F-817B49A3DF2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5" name="Textplatzhalter 19">
            <a:extLst>
              <a:ext uri="{FF2B5EF4-FFF2-40B4-BE49-F238E27FC236}">
                <a16:creationId xmlns:a16="http://schemas.microsoft.com/office/drawing/2014/main" id="{17C7C2AC-831F-C295-436E-7829C8DCDF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87899"/>
            <a:ext cx="900000" cy="806993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56" name="Textplatzhalter 21">
            <a:extLst>
              <a:ext uri="{FF2B5EF4-FFF2-40B4-BE49-F238E27FC236}">
                <a16:creationId xmlns:a16="http://schemas.microsoft.com/office/drawing/2014/main" id="{ABF26C08-AED6-2C34-BD16-C9F5E668AA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1546" y="1804211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1</a:t>
            </a:r>
          </a:p>
        </p:txBody>
      </p:sp>
      <p:sp>
        <p:nvSpPr>
          <p:cNvPr id="57" name="Textplatzhalter 24">
            <a:extLst>
              <a:ext uri="{FF2B5EF4-FFF2-40B4-BE49-F238E27FC236}">
                <a16:creationId xmlns:a16="http://schemas.microsoft.com/office/drawing/2014/main" id="{A794DD0E-3F57-6E77-0311-835B117C3E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1546" y="2004672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1</a:t>
            </a:r>
          </a:p>
        </p:txBody>
      </p:sp>
      <p:sp>
        <p:nvSpPr>
          <p:cNvPr id="58" name="Textplatzhalter 19">
            <a:extLst>
              <a:ext uri="{FF2B5EF4-FFF2-40B4-BE49-F238E27FC236}">
                <a16:creationId xmlns:a16="http://schemas.microsoft.com/office/drawing/2014/main" id="{F11AD2DF-B4E6-775C-2D57-6CF8302EA8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2633017"/>
            <a:ext cx="900000" cy="806993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59" name="Textplatzhalter 21">
            <a:extLst>
              <a:ext uri="{FF2B5EF4-FFF2-40B4-BE49-F238E27FC236}">
                <a16:creationId xmlns:a16="http://schemas.microsoft.com/office/drawing/2014/main" id="{0869E249-BC83-1F95-6DCB-90CF57F441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1546" y="2849329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2</a:t>
            </a:r>
          </a:p>
        </p:txBody>
      </p:sp>
      <p:sp>
        <p:nvSpPr>
          <p:cNvPr id="60" name="Textplatzhalter 24">
            <a:extLst>
              <a:ext uri="{FF2B5EF4-FFF2-40B4-BE49-F238E27FC236}">
                <a16:creationId xmlns:a16="http://schemas.microsoft.com/office/drawing/2014/main" id="{8CFEA142-D2C4-5C54-5C6A-4F356338D7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1546" y="3049790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2</a:t>
            </a:r>
          </a:p>
        </p:txBody>
      </p:sp>
      <p:sp>
        <p:nvSpPr>
          <p:cNvPr id="61" name="Textplatzhalter 19">
            <a:extLst>
              <a:ext uri="{FF2B5EF4-FFF2-40B4-BE49-F238E27FC236}">
                <a16:creationId xmlns:a16="http://schemas.microsoft.com/office/drawing/2014/main" id="{00D109D1-8F12-180E-72A5-E1B8A7A14B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3692887"/>
            <a:ext cx="900000" cy="806993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62" name="Textplatzhalter 21">
            <a:extLst>
              <a:ext uri="{FF2B5EF4-FFF2-40B4-BE49-F238E27FC236}">
                <a16:creationId xmlns:a16="http://schemas.microsoft.com/office/drawing/2014/main" id="{5B9D113B-78CF-9312-8E47-97E0655844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1546" y="3909199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3</a:t>
            </a:r>
          </a:p>
        </p:txBody>
      </p:sp>
      <p:sp>
        <p:nvSpPr>
          <p:cNvPr id="63" name="Textplatzhalter 24">
            <a:extLst>
              <a:ext uri="{FF2B5EF4-FFF2-40B4-BE49-F238E27FC236}">
                <a16:creationId xmlns:a16="http://schemas.microsoft.com/office/drawing/2014/main" id="{19B0C6F6-3D03-1EAB-DFE2-C2B3F35120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21546" y="4109660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3</a:t>
            </a:r>
          </a:p>
        </p:txBody>
      </p:sp>
      <p:sp>
        <p:nvSpPr>
          <p:cNvPr id="64" name="Textplatzhalter 19">
            <a:extLst>
              <a:ext uri="{FF2B5EF4-FFF2-40B4-BE49-F238E27FC236}">
                <a16:creationId xmlns:a16="http://schemas.microsoft.com/office/drawing/2014/main" id="{D9972000-3C50-29F1-3255-2F6960CA5E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000" y="4745380"/>
            <a:ext cx="900000" cy="806993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65" name="Textplatzhalter 21">
            <a:extLst>
              <a:ext uri="{FF2B5EF4-FFF2-40B4-BE49-F238E27FC236}">
                <a16:creationId xmlns:a16="http://schemas.microsoft.com/office/drawing/2014/main" id="{C2897387-89B4-7992-6370-42B9EA090C4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1546" y="4961692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4</a:t>
            </a:r>
          </a:p>
        </p:txBody>
      </p:sp>
      <p:sp>
        <p:nvSpPr>
          <p:cNvPr id="66" name="Textplatzhalter 24">
            <a:extLst>
              <a:ext uri="{FF2B5EF4-FFF2-40B4-BE49-F238E27FC236}">
                <a16:creationId xmlns:a16="http://schemas.microsoft.com/office/drawing/2014/main" id="{3A7225EE-F97F-D644-53B9-E0F1FE6A9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1546" y="5162153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4</a:t>
            </a:r>
          </a:p>
        </p:txBody>
      </p:sp>
      <p:sp>
        <p:nvSpPr>
          <p:cNvPr id="67" name="Textplatzhalter 19">
            <a:extLst>
              <a:ext uri="{FF2B5EF4-FFF2-40B4-BE49-F238E27FC236}">
                <a16:creationId xmlns:a16="http://schemas.microsoft.com/office/drawing/2014/main" id="{EEF91F17-8CAB-BEAF-190B-F0B9AE48AB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7600" y="1587899"/>
            <a:ext cx="900000" cy="806993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68" name="Textplatzhalter 21">
            <a:extLst>
              <a:ext uri="{FF2B5EF4-FFF2-40B4-BE49-F238E27FC236}">
                <a16:creationId xmlns:a16="http://schemas.microsoft.com/office/drawing/2014/main" id="{0504A0F3-9C86-6824-0CFA-01E23BD6DA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59146" y="1804211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5</a:t>
            </a:r>
          </a:p>
        </p:txBody>
      </p:sp>
      <p:sp>
        <p:nvSpPr>
          <p:cNvPr id="69" name="Textplatzhalter 24">
            <a:extLst>
              <a:ext uri="{FF2B5EF4-FFF2-40B4-BE49-F238E27FC236}">
                <a16:creationId xmlns:a16="http://schemas.microsoft.com/office/drawing/2014/main" id="{31070DBA-6AED-6330-8C9C-75DC5764CA2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59146" y="2004672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5</a:t>
            </a:r>
          </a:p>
        </p:txBody>
      </p:sp>
      <p:sp>
        <p:nvSpPr>
          <p:cNvPr id="70" name="Textplatzhalter 19">
            <a:extLst>
              <a:ext uri="{FF2B5EF4-FFF2-40B4-BE49-F238E27FC236}">
                <a16:creationId xmlns:a16="http://schemas.microsoft.com/office/drawing/2014/main" id="{16AEE9E7-CBBA-6553-9339-93E0ED1308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77600" y="2633017"/>
            <a:ext cx="900000" cy="806993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71" name="Textplatzhalter 21">
            <a:extLst>
              <a:ext uri="{FF2B5EF4-FFF2-40B4-BE49-F238E27FC236}">
                <a16:creationId xmlns:a16="http://schemas.microsoft.com/office/drawing/2014/main" id="{A2BCF777-7556-3280-85ED-AA24C1785D9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59146" y="2849329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6</a:t>
            </a:r>
          </a:p>
        </p:txBody>
      </p:sp>
      <p:sp>
        <p:nvSpPr>
          <p:cNvPr id="72" name="Textplatzhalter 24">
            <a:extLst>
              <a:ext uri="{FF2B5EF4-FFF2-40B4-BE49-F238E27FC236}">
                <a16:creationId xmlns:a16="http://schemas.microsoft.com/office/drawing/2014/main" id="{4127610C-6EA0-4072-DE0E-1617B82E3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59146" y="3049790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6</a:t>
            </a:r>
          </a:p>
        </p:txBody>
      </p:sp>
      <p:sp>
        <p:nvSpPr>
          <p:cNvPr id="73" name="Textplatzhalter 19">
            <a:extLst>
              <a:ext uri="{FF2B5EF4-FFF2-40B4-BE49-F238E27FC236}">
                <a16:creationId xmlns:a16="http://schemas.microsoft.com/office/drawing/2014/main" id="{CCD23C44-2333-F7FF-C0ED-AED40EFB770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7600" y="3692887"/>
            <a:ext cx="900000" cy="806993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74" name="Textplatzhalter 21">
            <a:extLst>
              <a:ext uri="{FF2B5EF4-FFF2-40B4-BE49-F238E27FC236}">
                <a16:creationId xmlns:a16="http://schemas.microsoft.com/office/drawing/2014/main" id="{E6EAAE01-9747-B123-ABD6-4C1C1FA752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59146" y="3909199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7</a:t>
            </a:r>
          </a:p>
        </p:txBody>
      </p:sp>
      <p:sp>
        <p:nvSpPr>
          <p:cNvPr id="75" name="Textplatzhalter 24">
            <a:extLst>
              <a:ext uri="{FF2B5EF4-FFF2-40B4-BE49-F238E27FC236}">
                <a16:creationId xmlns:a16="http://schemas.microsoft.com/office/drawing/2014/main" id="{6AF8FF4F-4E74-5E6B-14EE-25D77200E0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59146" y="4109660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7</a:t>
            </a:r>
          </a:p>
        </p:txBody>
      </p:sp>
      <p:sp>
        <p:nvSpPr>
          <p:cNvPr id="76" name="Textplatzhalter 19">
            <a:extLst>
              <a:ext uri="{FF2B5EF4-FFF2-40B4-BE49-F238E27FC236}">
                <a16:creationId xmlns:a16="http://schemas.microsoft.com/office/drawing/2014/main" id="{54C8B2EF-752D-0419-2C18-D69D88DBC5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77600" y="4745380"/>
            <a:ext cx="900000" cy="806993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08</a:t>
            </a:r>
          </a:p>
        </p:txBody>
      </p:sp>
      <p:sp>
        <p:nvSpPr>
          <p:cNvPr id="77" name="Textplatzhalter 21">
            <a:extLst>
              <a:ext uri="{FF2B5EF4-FFF2-40B4-BE49-F238E27FC236}">
                <a16:creationId xmlns:a16="http://schemas.microsoft.com/office/drawing/2014/main" id="{0205146C-85F7-27A5-AFE2-4BC99337F1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59146" y="4961692"/>
            <a:ext cx="3910158" cy="248022"/>
          </a:xfrm>
        </p:spPr>
        <p:txBody>
          <a:bodyPr lIns="72000" anchor="b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8</a:t>
            </a:r>
          </a:p>
        </p:txBody>
      </p:sp>
      <p:sp>
        <p:nvSpPr>
          <p:cNvPr id="78" name="Textplatzhalter 24">
            <a:extLst>
              <a:ext uri="{FF2B5EF4-FFF2-40B4-BE49-F238E27FC236}">
                <a16:creationId xmlns:a16="http://schemas.microsoft.com/office/drawing/2014/main" id="{6DFA27DD-D8C0-3661-6E94-D6448C3B6A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59146" y="5162153"/>
            <a:ext cx="3910158" cy="361645"/>
          </a:xfrm>
        </p:spPr>
        <p:txBody>
          <a:bodyPr lIns="72000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8</a:t>
            </a:r>
          </a:p>
        </p:txBody>
      </p:sp>
      <p:pic>
        <p:nvPicPr>
          <p:cNvPr id="30" name="Picture 2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65EE144-28FA-4EA3-822F-B71E3859C2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5421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–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1D06D42-BB37-1912-1787-0E3947A06202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-1" y="0"/>
            <a:ext cx="12192000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E5BA25F6-C98C-3182-5920-1EC547A45F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999" y="2813030"/>
            <a:ext cx="1069725" cy="977920"/>
          </a:xfrm>
        </p:spPr>
        <p:txBody>
          <a:bodyPr anchor="ctr">
            <a:no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47681611-CAD7-F264-9DF9-A962F99989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3471" y="2964666"/>
            <a:ext cx="3910158" cy="464334"/>
          </a:xfrm>
        </p:spPr>
        <p:txBody>
          <a:bodyPr lIns="72000" anchor="b">
            <a:noAutofit/>
          </a:bodyPr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1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5CB3BC49-A83E-8AE8-0FF3-7D3A297E3F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471" y="3381439"/>
            <a:ext cx="3910158" cy="361645"/>
          </a:xfrm>
        </p:spPr>
        <p:txBody>
          <a:bodyPr lIns="7200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C7DD44-6C8F-4B28-8138-25BE34C3CA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5904" y="276492"/>
            <a:ext cx="1412669" cy="39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4180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–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130F34-4C44-4D09-8B27-8349060965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D70E2C3-72E8-ACE4-95E1-3F48E9AEC603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-1" y="0"/>
            <a:ext cx="12192000" cy="685800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endParaRPr lang="en-US"/>
          </a:p>
        </p:txBody>
      </p:sp>
      <p:pic>
        <p:nvPicPr>
          <p:cNvPr id="14" name="Picture 1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FD55966-1302-44E7-8162-01843F5AD6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3377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– image crop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EBB4A6-0D51-3837-6191-5CD7540C004F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6108699" y="0"/>
            <a:ext cx="6083300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E5BA25F6-C98C-3182-5920-1EC547A45F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999" y="2813030"/>
            <a:ext cx="1069725" cy="977920"/>
          </a:xfrm>
        </p:spPr>
        <p:txBody>
          <a:bodyPr anchor="ctr">
            <a:no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+mn-lt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47681611-CAD7-F264-9DF9-A962F99989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83471" y="2964666"/>
            <a:ext cx="3910158" cy="464334"/>
          </a:xfrm>
        </p:spPr>
        <p:txBody>
          <a:bodyPr lIns="72000" anchor="b">
            <a:noAutofit/>
          </a:bodyPr>
          <a:lstStyle>
            <a:lvl1pPr marL="0" indent="0">
              <a:buNone/>
              <a:defRPr sz="3200" b="1" i="0">
                <a:solidFill>
                  <a:schemeClr val="bg1"/>
                </a:solidFill>
                <a:latin typeface="+mj-lt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Title Chapter 1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5CB3BC49-A83E-8AE8-0FF3-7D3A297E3F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471" y="3381439"/>
            <a:ext cx="3910158" cy="361645"/>
          </a:xfrm>
        </p:spPr>
        <p:txBody>
          <a:bodyPr lIns="7200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Subtitle and/or descriptive text for chapter 1</a:t>
            </a:r>
          </a:p>
        </p:txBody>
      </p:sp>
      <p:pic>
        <p:nvPicPr>
          <p:cNvPr id="11" name="Picture 10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C5F77B2-18A4-409E-BAA0-FBF9087BC0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6111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F821254-8235-35FE-CAE3-3557B8026E3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300429" y="1944000"/>
            <a:ext cx="5461966" cy="3684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tabLst>
                <a:tab pos="173038" algn="l"/>
              </a:tabLst>
              <a:defRPr sz="1400">
                <a:solidFill>
                  <a:schemeClr val="tx2"/>
                </a:solidFill>
              </a:defRPr>
            </a:lvl1pPr>
            <a:lvl2pPr marL="457177" indent="0">
              <a:buNone/>
              <a:defRPr sz="1400"/>
            </a:lvl2pPr>
            <a:lvl3pPr marL="914353" indent="0">
              <a:buNone/>
              <a:defRPr sz="1400"/>
            </a:lvl3pPr>
            <a:lvl4pPr marL="1371531" indent="0">
              <a:buNone/>
              <a:defRPr sz="1400"/>
            </a:lvl4pPr>
            <a:lvl5pPr marL="1828709" indent="0">
              <a:buNone/>
              <a:defRPr sz="1400"/>
            </a:lvl5pPr>
          </a:lstStyle>
          <a:p>
            <a:pPr lvl="0"/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consectetuer</a:t>
            </a:r>
            <a:r>
              <a:rPr lang="en-US" altLang="zh-CN"/>
              <a:t> </a:t>
            </a:r>
            <a:r>
              <a:rPr lang="en-US" altLang="zh-CN" err="1"/>
              <a:t>adipiscing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sed diam </a:t>
            </a:r>
            <a:r>
              <a:rPr lang="en-US" altLang="zh-CN" err="1"/>
              <a:t>nonummy</a:t>
            </a:r>
            <a:r>
              <a:rPr lang="en-US" altLang="zh-CN"/>
              <a:t> </a:t>
            </a:r>
            <a:r>
              <a:rPr lang="en-US" altLang="zh-CN" err="1"/>
              <a:t>nibh</a:t>
            </a:r>
            <a:r>
              <a:rPr lang="en-US" altLang="zh-CN"/>
              <a:t> </a:t>
            </a:r>
            <a:r>
              <a:rPr lang="en-US" altLang="zh-CN" err="1"/>
              <a:t>euismod</a:t>
            </a:r>
            <a:r>
              <a:rPr lang="en-US" altLang="zh-CN"/>
              <a:t> </a:t>
            </a:r>
            <a:r>
              <a:rPr lang="en-US" altLang="zh-CN" err="1"/>
              <a:t>tincidunt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laoreet</a:t>
            </a:r>
            <a:r>
              <a:rPr lang="en-US" altLang="zh-CN"/>
              <a:t> dolore magna </a:t>
            </a:r>
            <a:r>
              <a:rPr lang="en-US" altLang="zh-CN" err="1"/>
              <a:t>aliquam</a:t>
            </a:r>
            <a:r>
              <a:rPr lang="en-US" altLang="zh-CN"/>
              <a:t> </a:t>
            </a:r>
            <a:r>
              <a:rPr lang="en-US" altLang="zh-CN" err="1"/>
              <a:t>erat</a:t>
            </a:r>
            <a:r>
              <a:rPr lang="en-US" altLang="zh-CN"/>
              <a:t> </a:t>
            </a:r>
            <a:r>
              <a:rPr lang="en-US" altLang="zh-CN" err="1"/>
              <a:t>volutpat</a:t>
            </a:r>
            <a:r>
              <a:rPr lang="en-US" altLang="zh-CN"/>
              <a:t>. Ut </a:t>
            </a:r>
            <a:r>
              <a:rPr lang="en-US" altLang="zh-CN" err="1"/>
              <a:t>wisi</a:t>
            </a:r>
            <a:r>
              <a:rPr lang="en-US" altLang="zh-CN"/>
              <a:t> </a:t>
            </a:r>
            <a:r>
              <a:rPr lang="en-US" altLang="zh-CN" err="1"/>
              <a:t>enim</a:t>
            </a:r>
            <a:r>
              <a:rPr lang="en-US" altLang="zh-CN"/>
              <a:t> ad minim </a:t>
            </a:r>
            <a:r>
              <a:rPr lang="en-US" altLang="zh-CN" err="1"/>
              <a:t>veniam</a:t>
            </a:r>
            <a:r>
              <a:rPr lang="en-US" altLang="zh-CN"/>
              <a:t>, </a:t>
            </a:r>
            <a:r>
              <a:rPr lang="en-US" altLang="zh-CN" err="1"/>
              <a:t>quis</a:t>
            </a:r>
            <a:r>
              <a:rPr lang="en-US" altLang="zh-CN"/>
              <a:t> </a:t>
            </a:r>
            <a:r>
              <a:rPr lang="en-US" altLang="zh-CN" err="1"/>
              <a:t>nostrud</a:t>
            </a:r>
            <a:r>
              <a:rPr lang="en-US" altLang="zh-CN"/>
              <a:t> </a:t>
            </a:r>
            <a:r>
              <a:rPr lang="en-US" altLang="zh-CN" err="1"/>
              <a:t>exerci</a:t>
            </a:r>
            <a:r>
              <a:rPr lang="en-US" altLang="zh-CN"/>
              <a:t> </a:t>
            </a:r>
            <a:r>
              <a:rPr lang="en-US" altLang="zh-CN" err="1"/>
              <a:t>tation</a:t>
            </a:r>
            <a:r>
              <a:rPr lang="en-US" altLang="zh-CN"/>
              <a:t> </a:t>
            </a:r>
            <a:r>
              <a:rPr lang="en-US" altLang="zh-CN" err="1"/>
              <a:t>ullamcorper</a:t>
            </a:r>
            <a:r>
              <a:rPr lang="en-US" altLang="zh-CN"/>
              <a:t> </a:t>
            </a:r>
            <a:r>
              <a:rPr lang="en-US" altLang="zh-CN" err="1"/>
              <a:t>suscipit</a:t>
            </a:r>
            <a:r>
              <a:rPr lang="en-US" altLang="zh-CN"/>
              <a:t> </a:t>
            </a:r>
            <a:r>
              <a:rPr lang="en-US" altLang="zh-CN" err="1"/>
              <a:t>lobortis</a:t>
            </a:r>
            <a:r>
              <a:rPr lang="en-US" altLang="zh-CN"/>
              <a:t> </a:t>
            </a:r>
            <a:r>
              <a:rPr lang="en-US" altLang="zh-CN" err="1"/>
              <a:t>nisl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aliquip</a:t>
            </a:r>
            <a:r>
              <a:rPr lang="en-US" altLang="zh-CN"/>
              <a:t> ex </a:t>
            </a:r>
            <a:r>
              <a:rPr lang="en-US" altLang="zh-CN" err="1"/>
              <a:t>ea</a:t>
            </a:r>
            <a:r>
              <a:rPr lang="en-US" altLang="zh-CN"/>
              <a:t> </a:t>
            </a:r>
            <a:r>
              <a:rPr lang="en-US" altLang="zh-CN" err="1"/>
              <a:t>commodo</a:t>
            </a:r>
            <a:r>
              <a:rPr lang="en-US" altLang="zh-CN"/>
              <a:t> </a:t>
            </a:r>
            <a:r>
              <a:rPr lang="en-US" altLang="zh-CN" err="1"/>
              <a:t>consequat</a:t>
            </a:r>
            <a:r>
              <a:rPr lang="en-US" altLang="zh-CN"/>
              <a:t>. </a:t>
            </a:r>
          </a:p>
          <a:p>
            <a:pPr lvl="0"/>
            <a:r>
              <a:rPr lang="en-US" altLang="zh-CN"/>
              <a:t>•	 </a:t>
            </a:r>
            <a:r>
              <a:rPr lang="en-US" altLang="zh-CN" err="1"/>
              <a:t>quis</a:t>
            </a:r>
            <a:r>
              <a:rPr lang="en-US" altLang="zh-CN"/>
              <a:t> </a:t>
            </a:r>
            <a:r>
              <a:rPr lang="en-US" altLang="zh-CN" err="1"/>
              <a:t>nostrud</a:t>
            </a:r>
            <a:r>
              <a:rPr lang="en-US" altLang="zh-CN"/>
              <a:t> </a:t>
            </a:r>
            <a:r>
              <a:rPr lang="en-US" altLang="zh-CN" err="1"/>
              <a:t>exerci</a:t>
            </a:r>
            <a:r>
              <a:rPr lang="en-US" altLang="zh-CN"/>
              <a:t> </a:t>
            </a:r>
            <a:r>
              <a:rPr lang="en-US" altLang="zh-CN" err="1"/>
              <a:t>tation</a:t>
            </a:r>
            <a:r>
              <a:rPr lang="en-US" altLang="zh-CN"/>
              <a:t>.</a:t>
            </a:r>
          </a:p>
          <a:p>
            <a:pPr lvl="0"/>
            <a:r>
              <a:rPr lang="en-US" altLang="zh-CN"/>
              <a:t>•	 Duis autem vel </a:t>
            </a:r>
            <a:r>
              <a:rPr lang="en-US" altLang="zh-CN" err="1"/>
              <a:t>eum</a:t>
            </a:r>
            <a:r>
              <a:rPr lang="en-US" altLang="zh-CN"/>
              <a:t> </a:t>
            </a:r>
            <a:r>
              <a:rPr lang="en-US" altLang="zh-CN" err="1"/>
              <a:t>iriure</a:t>
            </a:r>
            <a:r>
              <a:rPr lang="en-US" altLang="zh-CN"/>
              <a:t> </a:t>
            </a:r>
            <a:r>
              <a:rPr lang="en-US" altLang="zh-CN" err="1"/>
              <a:t>dolorin</a:t>
            </a:r>
            <a:r>
              <a:rPr lang="en-US" altLang="zh-CN"/>
              <a:t>.</a:t>
            </a:r>
          </a:p>
          <a:p>
            <a:pPr lvl="0"/>
            <a:r>
              <a:rPr lang="en-US" altLang="zh-CN"/>
              <a:t>•	 vel illum dolore </a:t>
            </a:r>
            <a:r>
              <a:rPr lang="en-US" altLang="zh-CN" err="1"/>
              <a:t>eu</a:t>
            </a:r>
            <a:r>
              <a:rPr lang="en-US" altLang="zh-CN"/>
              <a:t> </a:t>
            </a:r>
            <a:r>
              <a:rPr lang="en-US" altLang="zh-CN" err="1"/>
              <a:t>feugiat</a:t>
            </a:r>
            <a:r>
              <a:rPr lang="en-US" altLang="zh-CN"/>
              <a:t> </a:t>
            </a:r>
            <a:r>
              <a:rPr lang="en-US" altLang="zh-CN" err="1"/>
              <a:t>facilisis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99780-774F-EFE1-A3BB-2E1D5064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65125"/>
            <a:ext cx="11275200" cy="3651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12A05-B61C-C409-F042-5189931A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0000" y="6408000"/>
            <a:ext cx="411480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zh-CN"/>
              <a:t>2025 © Salam - Confidential</a:t>
            </a:r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78D12-FFAE-D584-B022-51270910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408000"/>
            <a:ext cx="2743200" cy="365125"/>
          </a:xfrm>
        </p:spPr>
        <p:txBody>
          <a:bodyPr/>
          <a:lstStyle>
            <a:lvl1pPr>
              <a:defRPr sz="1000"/>
            </a:lvl1pPr>
          </a:lstStyle>
          <a:p>
            <a:fld id="{4A2457F1-9158-4B93-AF7F-817B49A3DF2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20E1D50-7475-6DC3-C55F-DC28DDAA65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771482"/>
            <a:ext cx="11275200" cy="41185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8F263C-3DEF-9D7B-0016-2168BBEC7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512000"/>
            <a:ext cx="5461966" cy="411857"/>
          </a:xfrm>
        </p:spPr>
        <p:txBody>
          <a:bodyPr anchor="b"/>
          <a:lstStyle>
            <a:lvl1pPr marL="0" indent="0">
              <a:buNone/>
              <a:defRPr sz="1400" b="1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0B8E75A-7FBD-725B-0F5A-EFFE0D647F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0000" y="1944000"/>
            <a:ext cx="5461966" cy="3684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tabLst>
                <a:tab pos="173038" algn="l"/>
              </a:tabLst>
              <a:defRPr sz="1400">
                <a:solidFill>
                  <a:schemeClr val="tx2"/>
                </a:solidFill>
              </a:defRPr>
            </a:lvl1pPr>
            <a:lvl2pPr marL="457177" indent="0">
              <a:buNone/>
              <a:defRPr sz="1400"/>
            </a:lvl2pPr>
            <a:lvl3pPr marL="914353" indent="0">
              <a:buNone/>
              <a:defRPr sz="1400"/>
            </a:lvl3pPr>
            <a:lvl4pPr marL="1371531" indent="0">
              <a:buNone/>
              <a:defRPr sz="1400"/>
            </a:lvl4pPr>
            <a:lvl5pPr marL="1828709" indent="0">
              <a:buNone/>
              <a:defRPr sz="1400"/>
            </a:lvl5pPr>
          </a:lstStyle>
          <a:p>
            <a:pPr lvl="0"/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consectetuer</a:t>
            </a:r>
            <a:r>
              <a:rPr lang="en-US" altLang="zh-CN"/>
              <a:t> </a:t>
            </a:r>
            <a:r>
              <a:rPr lang="en-US" altLang="zh-CN" err="1"/>
              <a:t>adipiscing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sed diam </a:t>
            </a:r>
            <a:r>
              <a:rPr lang="en-US" altLang="zh-CN" err="1"/>
              <a:t>nonummy</a:t>
            </a:r>
            <a:r>
              <a:rPr lang="en-US" altLang="zh-CN"/>
              <a:t> </a:t>
            </a:r>
            <a:r>
              <a:rPr lang="en-US" altLang="zh-CN" err="1"/>
              <a:t>nibh</a:t>
            </a:r>
            <a:r>
              <a:rPr lang="en-US" altLang="zh-CN"/>
              <a:t> </a:t>
            </a:r>
            <a:r>
              <a:rPr lang="en-US" altLang="zh-CN" err="1"/>
              <a:t>euismod</a:t>
            </a:r>
            <a:r>
              <a:rPr lang="en-US" altLang="zh-CN"/>
              <a:t> </a:t>
            </a:r>
            <a:r>
              <a:rPr lang="en-US" altLang="zh-CN" err="1"/>
              <a:t>tincidunt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laoreet</a:t>
            </a:r>
            <a:r>
              <a:rPr lang="en-US" altLang="zh-CN"/>
              <a:t> dolore magna </a:t>
            </a:r>
            <a:r>
              <a:rPr lang="en-US" altLang="zh-CN" err="1"/>
              <a:t>aliquam</a:t>
            </a:r>
            <a:r>
              <a:rPr lang="en-US" altLang="zh-CN"/>
              <a:t> </a:t>
            </a:r>
            <a:r>
              <a:rPr lang="en-US" altLang="zh-CN" err="1"/>
              <a:t>erat</a:t>
            </a:r>
            <a:r>
              <a:rPr lang="en-US" altLang="zh-CN"/>
              <a:t> </a:t>
            </a:r>
            <a:r>
              <a:rPr lang="en-US" altLang="zh-CN" err="1"/>
              <a:t>volutpat</a:t>
            </a:r>
            <a:r>
              <a:rPr lang="en-US" altLang="zh-CN"/>
              <a:t>. Ut </a:t>
            </a:r>
            <a:r>
              <a:rPr lang="en-US" altLang="zh-CN" err="1"/>
              <a:t>wisi</a:t>
            </a:r>
            <a:r>
              <a:rPr lang="en-US" altLang="zh-CN"/>
              <a:t> </a:t>
            </a:r>
            <a:r>
              <a:rPr lang="en-US" altLang="zh-CN" err="1"/>
              <a:t>enim</a:t>
            </a:r>
            <a:r>
              <a:rPr lang="en-US" altLang="zh-CN"/>
              <a:t> ad minim </a:t>
            </a:r>
            <a:r>
              <a:rPr lang="en-US" altLang="zh-CN" err="1"/>
              <a:t>veniam</a:t>
            </a:r>
            <a:r>
              <a:rPr lang="en-US" altLang="zh-CN"/>
              <a:t>, </a:t>
            </a:r>
            <a:r>
              <a:rPr lang="en-US" altLang="zh-CN" err="1"/>
              <a:t>quis</a:t>
            </a:r>
            <a:r>
              <a:rPr lang="en-US" altLang="zh-CN"/>
              <a:t> </a:t>
            </a:r>
            <a:r>
              <a:rPr lang="en-US" altLang="zh-CN" err="1"/>
              <a:t>nostrud</a:t>
            </a:r>
            <a:r>
              <a:rPr lang="en-US" altLang="zh-CN"/>
              <a:t> </a:t>
            </a:r>
            <a:r>
              <a:rPr lang="en-US" altLang="zh-CN" err="1"/>
              <a:t>exerci</a:t>
            </a:r>
            <a:r>
              <a:rPr lang="en-US" altLang="zh-CN"/>
              <a:t> </a:t>
            </a:r>
            <a:r>
              <a:rPr lang="en-US" altLang="zh-CN" err="1"/>
              <a:t>tation</a:t>
            </a:r>
            <a:r>
              <a:rPr lang="en-US" altLang="zh-CN"/>
              <a:t> </a:t>
            </a:r>
            <a:r>
              <a:rPr lang="en-US" altLang="zh-CN" err="1"/>
              <a:t>ullamcorper</a:t>
            </a:r>
            <a:r>
              <a:rPr lang="en-US" altLang="zh-CN"/>
              <a:t> </a:t>
            </a:r>
            <a:r>
              <a:rPr lang="en-US" altLang="zh-CN" err="1"/>
              <a:t>suscipit</a:t>
            </a:r>
            <a:r>
              <a:rPr lang="en-US" altLang="zh-CN"/>
              <a:t> </a:t>
            </a:r>
            <a:r>
              <a:rPr lang="en-US" altLang="zh-CN" err="1"/>
              <a:t>lobortis</a:t>
            </a:r>
            <a:r>
              <a:rPr lang="en-US" altLang="zh-CN"/>
              <a:t> </a:t>
            </a:r>
            <a:r>
              <a:rPr lang="en-US" altLang="zh-CN" err="1"/>
              <a:t>nisl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aliquip</a:t>
            </a:r>
            <a:r>
              <a:rPr lang="en-US" altLang="zh-CN"/>
              <a:t> ex </a:t>
            </a:r>
            <a:r>
              <a:rPr lang="en-US" altLang="zh-CN" err="1"/>
              <a:t>ea</a:t>
            </a:r>
            <a:r>
              <a:rPr lang="en-US" altLang="zh-CN"/>
              <a:t> </a:t>
            </a:r>
            <a:r>
              <a:rPr lang="en-US" altLang="zh-CN" err="1"/>
              <a:t>commodo</a:t>
            </a:r>
            <a:r>
              <a:rPr lang="en-US" altLang="zh-CN"/>
              <a:t> </a:t>
            </a:r>
            <a:r>
              <a:rPr lang="en-US" altLang="zh-CN" err="1"/>
              <a:t>consequat</a:t>
            </a:r>
            <a:r>
              <a:rPr lang="en-US" altLang="zh-CN"/>
              <a:t>. </a:t>
            </a:r>
          </a:p>
          <a:p>
            <a:pPr lvl="0"/>
            <a:r>
              <a:rPr lang="en-US" altLang="zh-CN"/>
              <a:t>•	 </a:t>
            </a:r>
            <a:r>
              <a:rPr lang="en-US" altLang="zh-CN" err="1"/>
              <a:t>quis</a:t>
            </a:r>
            <a:r>
              <a:rPr lang="en-US" altLang="zh-CN"/>
              <a:t> </a:t>
            </a:r>
            <a:r>
              <a:rPr lang="en-US" altLang="zh-CN" err="1"/>
              <a:t>nostrud</a:t>
            </a:r>
            <a:r>
              <a:rPr lang="en-US" altLang="zh-CN"/>
              <a:t> </a:t>
            </a:r>
            <a:r>
              <a:rPr lang="en-US" altLang="zh-CN" err="1"/>
              <a:t>exerci</a:t>
            </a:r>
            <a:r>
              <a:rPr lang="en-US" altLang="zh-CN"/>
              <a:t> </a:t>
            </a:r>
            <a:r>
              <a:rPr lang="en-US" altLang="zh-CN" err="1"/>
              <a:t>tation</a:t>
            </a:r>
            <a:r>
              <a:rPr lang="en-US" altLang="zh-CN"/>
              <a:t>.</a:t>
            </a:r>
          </a:p>
          <a:p>
            <a:pPr lvl="0"/>
            <a:r>
              <a:rPr lang="en-US" altLang="zh-CN"/>
              <a:t>•	 Duis autem vel </a:t>
            </a:r>
            <a:r>
              <a:rPr lang="en-US" altLang="zh-CN" err="1"/>
              <a:t>eum</a:t>
            </a:r>
            <a:r>
              <a:rPr lang="en-US" altLang="zh-CN"/>
              <a:t> </a:t>
            </a:r>
            <a:r>
              <a:rPr lang="en-US" altLang="zh-CN" err="1"/>
              <a:t>iriure</a:t>
            </a:r>
            <a:r>
              <a:rPr lang="en-US" altLang="zh-CN"/>
              <a:t> </a:t>
            </a:r>
            <a:r>
              <a:rPr lang="en-US" altLang="zh-CN" err="1"/>
              <a:t>dolorin</a:t>
            </a:r>
            <a:r>
              <a:rPr lang="en-US" altLang="zh-CN"/>
              <a:t>.</a:t>
            </a:r>
          </a:p>
          <a:p>
            <a:pPr lvl="0"/>
            <a:r>
              <a:rPr lang="en-US" altLang="zh-CN"/>
              <a:t>•	 vel illum dolore </a:t>
            </a:r>
            <a:r>
              <a:rPr lang="en-US" altLang="zh-CN" err="1"/>
              <a:t>eu</a:t>
            </a:r>
            <a:r>
              <a:rPr lang="en-US" altLang="zh-CN"/>
              <a:t> </a:t>
            </a:r>
            <a:r>
              <a:rPr lang="en-US" altLang="zh-CN" err="1"/>
              <a:t>feugiat</a:t>
            </a:r>
            <a:r>
              <a:rPr lang="en-US" altLang="zh-CN"/>
              <a:t> </a:t>
            </a:r>
            <a:r>
              <a:rPr lang="en-US" altLang="zh-CN" err="1"/>
              <a:t>facilisis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F5739CB-8E06-E5F4-E8DC-5E960C914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429" y="1512000"/>
            <a:ext cx="5351569" cy="411857"/>
          </a:xfrm>
        </p:spPr>
        <p:txBody>
          <a:bodyPr anchor="b"/>
          <a:lstStyle>
            <a:lvl1pPr marL="0" indent="0">
              <a:buNone/>
              <a:defRPr sz="1400" b="1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A6FA25-82DC-42EA-A57B-17360C387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5904" y="276492"/>
            <a:ext cx="1412669" cy="39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5355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8646F01-854A-6B42-5688-2C9E6E1A976A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6108699" y="0"/>
            <a:ext cx="6083300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99780-774F-EFE1-A3BB-2E1D5064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65125"/>
            <a:ext cx="5461966" cy="3651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12A05-B61C-C409-F042-5189931A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0000" y="6408000"/>
            <a:ext cx="4114800" cy="365125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2025 © Salam - Confidential</a:t>
            </a:r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78D12-FFAE-D584-B022-51270910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4A2457F1-9158-4B93-AF7F-817B49A3DF2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20E1D50-7475-6DC3-C55F-DC28DDAA65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771482"/>
            <a:ext cx="5461966" cy="41185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0B8E75A-7FBD-725B-0F5A-EFFE0D647F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0000" y="1800000"/>
            <a:ext cx="5461966" cy="3684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tabLst>
                <a:tab pos="173038" algn="l"/>
              </a:tabLst>
              <a:defRPr sz="1400">
                <a:solidFill>
                  <a:schemeClr val="bg1"/>
                </a:solidFill>
              </a:defRPr>
            </a:lvl1pPr>
            <a:lvl2pPr marL="457177" indent="0">
              <a:buNone/>
              <a:defRPr sz="1400"/>
            </a:lvl2pPr>
            <a:lvl3pPr marL="914353" indent="0">
              <a:buNone/>
              <a:defRPr sz="1400"/>
            </a:lvl3pPr>
            <a:lvl4pPr marL="1371531" indent="0">
              <a:buNone/>
              <a:defRPr sz="1400"/>
            </a:lvl4pPr>
            <a:lvl5pPr marL="1828709" indent="0">
              <a:buNone/>
              <a:defRPr sz="1400"/>
            </a:lvl5pPr>
          </a:lstStyle>
          <a:p>
            <a:pPr lvl="0"/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consectetuer</a:t>
            </a:r>
            <a:r>
              <a:rPr lang="en-US" altLang="zh-CN"/>
              <a:t> </a:t>
            </a:r>
            <a:r>
              <a:rPr lang="en-US" altLang="zh-CN" err="1"/>
              <a:t>adipiscing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sed diam </a:t>
            </a:r>
            <a:r>
              <a:rPr lang="en-US" altLang="zh-CN" err="1"/>
              <a:t>nonummy</a:t>
            </a:r>
            <a:r>
              <a:rPr lang="en-US" altLang="zh-CN"/>
              <a:t> </a:t>
            </a:r>
            <a:r>
              <a:rPr lang="en-US" altLang="zh-CN" err="1"/>
              <a:t>nibh</a:t>
            </a:r>
            <a:r>
              <a:rPr lang="en-US" altLang="zh-CN"/>
              <a:t> </a:t>
            </a:r>
            <a:r>
              <a:rPr lang="en-US" altLang="zh-CN" err="1"/>
              <a:t>euismod</a:t>
            </a:r>
            <a:r>
              <a:rPr lang="en-US" altLang="zh-CN"/>
              <a:t> </a:t>
            </a:r>
            <a:r>
              <a:rPr lang="en-US" altLang="zh-CN" err="1"/>
              <a:t>tincidunt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laoreet</a:t>
            </a:r>
            <a:r>
              <a:rPr lang="en-US" altLang="zh-CN"/>
              <a:t> dolore magna </a:t>
            </a:r>
            <a:r>
              <a:rPr lang="en-US" altLang="zh-CN" err="1"/>
              <a:t>aliquam</a:t>
            </a:r>
            <a:r>
              <a:rPr lang="en-US" altLang="zh-CN"/>
              <a:t> </a:t>
            </a:r>
            <a:r>
              <a:rPr lang="en-US" altLang="zh-CN" err="1"/>
              <a:t>erat</a:t>
            </a:r>
            <a:r>
              <a:rPr lang="en-US" altLang="zh-CN"/>
              <a:t> </a:t>
            </a:r>
            <a:r>
              <a:rPr lang="en-US" altLang="zh-CN" err="1"/>
              <a:t>volutpat</a:t>
            </a:r>
            <a:r>
              <a:rPr lang="en-US" altLang="zh-CN"/>
              <a:t>. Ut </a:t>
            </a:r>
            <a:r>
              <a:rPr lang="en-US" altLang="zh-CN" err="1"/>
              <a:t>wisi</a:t>
            </a:r>
            <a:r>
              <a:rPr lang="en-US" altLang="zh-CN"/>
              <a:t> </a:t>
            </a:r>
            <a:r>
              <a:rPr lang="en-US" altLang="zh-CN" err="1"/>
              <a:t>enim</a:t>
            </a:r>
            <a:r>
              <a:rPr lang="en-US" altLang="zh-CN"/>
              <a:t> ad minim.</a:t>
            </a:r>
          </a:p>
          <a:p>
            <a:pPr lvl="0"/>
            <a:r>
              <a:rPr lang="en-US" altLang="zh-CN"/>
              <a:t>•	 </a:t>
            </a:r>
            <a:r>
              <a:rPr lang="en-US" altLang="zh-CN" err="1"/>
              <a:t>quis</a:t>
            </a:r>
            <a:r>
              <a:rPr lang="en-US" altLang="zh-CN"/>
              <a:t> </a:t>
            </a:r>
            <a:r>
              <a:rPr lang="en-US" altLang="zh-CN" err="1"/>
              <a:t>nostrud</a:t>
            </a:r>
            <a:r>
              <a:rPr lang="en-US" altLang="zh-CN"/>
              <a:t> </a:t>
            </a:r>
            <a:r>
              <a:rPr lang="en-US" altLang="zh-CN" err="1"/>
              <a:t>exerci</a:t>
            </a:r>
            <a:r>
              <a:rPr lang="en-US" altLang="zh-CN"/>
              <a:t> </a:t>
            </a:r>
            <a:r>
              <a:rPr lang="en-US" altLang="zh-CN" err="1"/>
              <a:t>tation</a:t>
            </a:r>
            <a:r>
              <a:rPr lang="en-US" altLang="zh-CN"/>
              <a:t>.</a:t>
            </a:r>
          </a:p>
          <a:p>
            <a:pPr lvl="0"/>
            <a:r>
              <a:rPr lang="en-US" altLang="zh-CN"/>
              <a:t>•	 Duis autem vel </a:t>
            </a:r>
            <a:r>
              <a:rPr lang="en-US" altLang="zh-CN" err="1"/>
              <a:t>eum</a:t>
            </a:r>
            <a:r>
              <a:rPr lang="en-US" altLang="zh-CN"/>
              <a:t> </a:t>
            </a:r>
            <a:r>
              <a:rPr lang="en-US" altLang="zh-CN" err="1"/>
              <a:t>iriure</a:t>
            </a:r>
            <a:r>
              <a:rPr lang="en-US" altLang="zh-CN"/>
              <a:t> </a:t>
            </a:r>
            <a:r>
              <a:rPr lang="en-US" altLang="zh-CN" err="1"/>
              <a:t>dolorin</a:t>
            </a:r>
            <a:r>
              <a:rPr lang="en-US" altLang="zh-CN"/>
              <a:t>.</a:t>
            </a:r>
          </a:p>
          <a:p>
            <a:pPr lvl="0"/>
            <a:r>
              <a:rPr lang="en-US" altLang="zh-CN"/>
              <a:t>•	 vel illum dolore </a:t>
            </a:r>
            <a:r>
              <a:rPr lang="en-US" altLang="zh-CN" err="1"/>
              <a:t>eu</a:t>
            </a:r>
            <a:r>
              <a:rPr lang="en-US" altLang="zh-CN"/>
              <a:t> </a:t>
            </a:r>
            <a:r>
              <a:rPr lang="en-US" altLang="zh-CN" err="1"/>
              <a:t>feugiat</a:t>
            </a:r>
            <a:r>
              <a:rPr lang="en-US" altLang="zh-CN"/>
              <a:t> </a:t>
            </a:r>
            <a:r>
              <a:rPr lang="en-US" altLang="zh-CN" err="1"/>
              <a:t>facilisis</a:t>
            </a:r>
            <a:r>
              <a:rPr lang="en-US" altLang="zh-CN"/>
              <a:t>.</a:t>
            </a:r>
            <a:endParaRPr lang="zh-CN" altLang="en-US"/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4C366FB-C8D4-4826-960A-A8D4B6D41E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0651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9780-774F-EFE1-A3BB-2E1D5064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65125"/>
            <a:ext cx="11175197" cy="3651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12A05-B61C-C409-F042-5189931A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0000" y="6408000"/>
            <a:ext cx="4114800" cy="365125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2025 © Salam - Confidential</a:t>
            </a:r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78D12-FFAE-D584-B022-51270910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2000" y="6408000"/>
            <a:ext cx="27432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4A2457F1-9158-4B93-AF7F-817B49A3DF2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20E1D50-7475-6DC3-C55F-DC28DDAA65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771482"/>
            <a:ext cx="11175197" cy="41185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1BBBCB05-018E-51D5-9CF7-95AE14961924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540001" y="1800000"/>
            <a:ext cx="3603982" cy="24578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80F8615-E11D-6B2F-1DB3-81813BE5F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1" y="4257863"/>
            <a:ext cx="3603982" cy="411857"/>
          </a:xfrm>
        </p:spPr>
        <p:txBody>
          <a:bodyPr anchor="b"/>
          <a:lstStyle>
            <a:lvl1pPr marL="0" indent="0">
              <a:buNone/>
              <a:defRPr sz="1050" b="1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BC2E8BF-026D-FF3E-F421-CE758648891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0000" y="4728186"/>
            <a:ext cx="3603983" cy="80685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tabLst>
                <a:tab pos="173038" algn="l"/>
              </a:tabLst>
              <a:defRPr sz="1050">
                <a:solidFill>
                  <a:schemeClr val="bg1"/>
                </a:solidFill>
              </a:defRPr>
            </a:lvl1pPr>
            <a:lvl2pPr marL="457177" indent="0">
              <a:buNone/>
              <a:defRPr sz="1400"/>
            </a:lvl2pPr>
            <a:lvl3pPr marL="914353" indent="0">
              <a:buNone/>
              <a:defRPr sz="1400"/>
            </a:lvl3pPr>
            <a:lvl4pPr marL="1371531" indent="0">
              <a:buNone/>
              <a:defRPr sz="1400"/>
            </a:lvl4pPr>
            <a:lvl5pPr marL="1828709" indent="0">
              <a:buNone/>
              <a:defRPr sz="1400"/>
            </a:lvl5pPr>
          </a:lstStyle>
          <a:p>
            <a:pPr lvl="0"/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consectetuer</a:t>
            </a:r>
            <a:r>
              <a:rPr lang="en-US" altLang="zh-CN"/>
              <a:t> </a:t>
            </a:r>
            <a:r>
              <a:rPr lang="en-US" altLang="zh-CN" err="1"/>
              <a:t>adipiscing</a:t>
            </a:r>
            <a:r>
              <a:rPr lang="en-US" altLang="zh-CN"/>
              <a:t> sed diam </a:t>
            </a:r>
            <a:r>
              <a:rPr lang="en-US" altLang="zh-CN" err="1"/>
              <a:t>nonummy</a:t>
            </a:r>
            <a:r>
              <a:rPr lang="en-US" altLang="zh-CN"/>
              <a:t> </a:t>
            </a:r>
            <a:r>
              <a:rPr lang="en-US" altLang="zh-CN" err="1"/>
              <a:t>nibh</a:t>
            </a:r>
            <a:r>
              <a:rPr lang="en-US" altLang="zh-CN"/>
              <a:t> </a:t>
            </a:r>
            <a:r>
              <a:rPr lang="en-US" altLang="zh-CN" err="1"/>
              <a:t>euismod</a:t>
            </a:r>
            <a:r>
              <a:rPr lang="en-US" altLang="zh-CN"/>
              <a:t> </a:t>
            </a:r>
            <a:r>
              <a:rPr lang="en-US" altLang="zh-CN" err="1"/>
              <a:t>tincidunt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aoreet</a:t>
            </a:r>
            <a:r>
              <a:rPr lang="en-US" altLang="zh-CN"/>
              <a:t> dolore magna </a:t>
            </a:r>
            <a:r>
              <a:rPr lang="en-US" altLang="zh-CN" err="1"/>
              <a:t>aliquam</a:t>
            </a:r>
            <a:r>
              <a:rPr lang="en-US" altLang="zh-CN"/>
              <a:t> </a:t>
            </a:r>
            <a:r>
              <a:rPr lang="en-US" altLang="zh-CN" err="1"/>
              <a:t>erat</a:t>
            </a:r>
            <a:r>
              <a:rPr lang="en-US" altLang="zh-CN"/>
              <a:t> </a:t>
            </a:r>
            <a:r>
              <a:rPr lang="en-US" altLang="zh-CN" err="1"/>
              <a:t>volutpat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BCB9EE71-E542-129A-DEE7-D18BB56F8F10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4330473" y="1800000"/>
            <a:ext cx="3603982" cy="24578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2413F59-8CF6-515D-2D8F-F6B629D2AEFE}"/>
              </a:ext>
            </a:extLst>
          </p:cNvPr>
          <p:cNvSpPr>
            <a:spLocks noGrp="1"/>
          </p:cNvSpPr>
          <p:nvPr>
            <p:ph type="body" idx="76"/>
          </p:nvPr>
        </p:nvSpPr>
        <p:spPr>
          <a:xfrm>
            <a:off x="4330473" y="4257863"/>
            <a:ext cx="3603982" cy="411857"/>
          </a:xfrm>
        </p:spPr>
        <p:txBody>
          <a:bodyPr anchor="b"/>
          <a:lstStyle>
            <a:lvl1pPr marL="0" indent="0">
              <a:buNone/>
              <a:defRPr sz="1050" b="1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0485F705-21D4-8DFA-087D-3A6B565417C1}"/>
              </a:ext>
            </a:extLst>
          </p:cNvPr>
          <p:cNvSpPr>
            <a:spLocks noGrp="1"/>
          </p:cNvSpPr>
          <p:nvPr>
            <p:ph sz="half" idx="77" hasCustomPrompt="1"/>
          </p:nvPr>
        </p:nvSpPr>
        <p:spPr>
          <a:xfrm>
            <a:off x="4330472" y="4728186"/>
            <a:ext cx="3603983" cy="80685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tabLst>
                <a:tab pos="173038" algn="l"/>
              </a:tabLst>
              <a:defRPr sz="1050">
                <a:solidFill>
                  <a:schemeClr val="bg1"/>
                </a:solidFill>
              </a:defRPr>
            </a:lvl1pPr>
            <a:lvl2pPr marL="457177" indent="0">
              <a:buNone/>
              <a:defRPr sz="1400"/>
            </a:lvl2pPr>
            <a:lvl3pPr marL="914353" indent="0">
              <a:buNone/>
              <a:defRPr sz="1400"/>
            </a:lvl3pPr>
            <a:lvl4pPr marL="1371531" indent="0">
              <a:buNone/>
              <a:defRPr sz="1400"/>
            </a:lvl4pPr>
            <a:lvl5pPr marL="1828709" indent="0">
              <a:buNone/>
              <a:defRPr sz="1400"/>
            </a:lvl5pPr>
          </a:lstStyle>
          <a:p>
            <a:pPr lvl="0"/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consectetuer</a:t>
            </a:r>
            <a:r>
              <a:rPr lang="en-US" altLang="zh-CN"/>
              <a:t> </a:t>
            </a:r>
            <a:r>
              <a:rPr lang="en-US" altLang="zh-CN" err="1"/>
              <a:t>adipiscing</a:t>
            </a:r>
            <a:r>
              <a:rPr lang="en-US" altLang="zh-CN"/>
              <a:t> sed diam </a:t>
            </a:r>
            <a:r>
              <a:rPr lang="en-US" altLang="zh-CN" err="1"/>
              <a:t>nonummy</a:t>
            </a:r>
            <a:r>
              <a:rPr lang="en-US" altLang="zh-CN"/>
              <a:t> </a:t>
            </a:r>
            <a:r>
              <a:rPr lang="en-US" altLang="zh-CN" err="1"/>
              <a:t>nibh</a:t>
            </a:r>
            <a:r>
              <a:rPr lang="en-US" altLang="zh-CN"/>
              <a:t> </a:t>
            </a:r>
            <a:r>
              <a:rPr lang="en-US" altLang="zh-CN" err="1"/>
              <a:t>euismod</a:t>
            </a:r>
            <a:r>
              <a:rPr lang="en-US" altLang="zh-CN"/>
              <a:t> </a:t>
            </a:r>
            <a:r>
              <a:rPr lang="en-US" altLang="zh-CN" err="1"/>
              <a:t>tincidunt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aoreet</a:t>
            </a:r>
            <a:r>
              <a:rPr lang="en-US" altLang="zh-CN"/>
              <a:t> dolore magna </a:t>
            </a:r>
            <a:r>
              <a:rPr lang="en-US" altLang="zh-CN" err="1"/>
              <a:t>aliquam</a:t>
            </a:r>
            <a:r>
              <a:rPr lang="en-US" altLang="zh-CN"/>
              <a:t> </a:t>
            </a:r>
            <a:r>
              <a:rPr lang="en-US" altLang="zh-CN" err="1"/>
              <a:t>erat</a:t>
            </a:r>
            <a:r>
              <a:rPr lang="en-US" altLang="zh-CN"/>
              <a:t> </a:t>
            </a:r>
            <a:r>
              <a:rPr lang="en-US" altLang="zh-CN" err="1"/>
              <a:t>volutpat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A8DE1B0B-D5E0-659C-54AD-62DAC83A534B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8111215" y="1800000"/>
            <a:ext cx="3603982" cy="24578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3270789-808F-FF96-B9A0-46BF9AF74C53}"/>
              </a:ext>
            </a:extLst>
          </p:cNvPr>
          <p:cNvSpPr>
            <a:spLocks noGrp="1"/>
          </p:cNvSpPr>
          <p:nvPr>
            <p:ph type="body" idx="79"/>
          </p:nvPr>
        </p:nvSpPr>
        <p:spPr>
          <a:xfrm>
            <a:off x="8111215" y="4257863"/>
            <a:ext cx="3603982" cy="411857"/>
          </a:xfrm>
        </p:spPr>
        <p:txBody>
          <a:bodyPr anchor="b"/>
          <a:lstStyle>
            <a:lvl1pPr marL="0" indent="0">
              <a:buNone/>
              <a:defRPr sz="1050" b="1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F977FDD8-C2BD-37D0-F61B-FB76B30C23F8}"/>
              </a:ext>
            </a:extLst>
          </p:cNvPr>
          <p:cNvSpPr>
            <a:spLocks noGrp="1"/>
          </p:cNvSpPr>
          <p:nvPr>
            <p:ph sz="half" idx="80" hasCustomPrompt="1"/>
          </p:nvPr>
        </p:nvSpPr>
        <p:spPr>
          <a:xfrm>
            <a:off x="8111214" y="4728186"/>
            <a:ext cx="3603983" cy="80685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tabLst>
                <a:tab pos="173038" algn="l"/>
              </a:tabLst>
              <a:defRPr sz="1050">
                <a:solidFill>
                  <a:schemeClr val="bg1"/>
                </a:solidFill>
              </a:defRPr>
            </a:lvl1pPr>
            <a:lvl2pPr marL="457177" indent="0">
              <a:buNone/>
              <a:defRPr sz="1400"/>
            </a:lvl2pPr>
            <a:lvl3pPr marL="914353" indent="0">
              <a:buNone/>
              <a:defRPr sz="1400"/>
            </a:lvl3pPr>
            <a:lvl4pPr marL="1371531" indent="0">
              <a:buNone/>
              <a:defRPr sz="1400"/>
            </a:lvl4pPr>
            <a:lvl5pPr marL="1828709" indent="0">
              <a:buNone/>
              <a:defRPr sz="1400"/>
            </a:lvl5pPr>
          </a:lstStyle>
          <a:p>
            <a:pPr lvl="0"/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consectetuer</a:t>
            </a:r>
            <a:r>
              <a:rPr lang="en-US" altLang="zh-CN"/>
              <a:t> </a:t>
            </a:r>
            <a:r>
              <a:rPr lang="en-US" altLang="zh-CN" err="1"/>
              <a:t>adipiscing</a:t>
            </a:r>
            <a:r>
              <a:rPr lang="en-US" altLang="zh-CN"/>
              <a:t> sed diam </a:t>
            </a:r>
            <a:r>
              <a:rPr lang="en-US" altLang="zh-CN" err="1"/>
              <a:t>nonummy</a:t>
            </a:r>
            <a:r>
              <a:rPr lang="en-US" altLang="zh-CN"/>
              <a:t> </a:t>
            </a:r>
            <a:r>
              <a:rPr lang="en-US" altLang="zh-CN" err="1"/>
              <a:t>nibh</a:t>
            </a:r>
            <a:r>
              <a:rPr lang="en-US" altLang="zh-CN"/>
              <a:t> </a:t>
            </a:r>
            <a:r>
              <a:rPr lang="en-US" altLang="zh-CN" err="1"/>
              <a:t>euismod</a:t>
            </a:r>
            <a:r>
              <a:rPr lang="en-US" altLang="zh-CN"/>
              <a:t> </a:t>
            </a:r>
            <a:r>
              <a:rPr lang="en-US" altLang="zh-CN" err="1"/>
              <a:t>tincidunt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aoreet</a:t>
            </a:r>
            <a:r>
              <a:rPr lang="en-US" altLang="zh-CN"/>
              <a:t> dolore magna </a:t>
            </a:r>
            <a:r>
              <a:rPr lang="en-US" altLang="zh-CN" err="1"/>
              <a:t>aliquam</a:t>
            </a:r>
            <a:r>
              <a:rPr lang="en-US" altLang="zh-CN"/>
              <a:t> </a:t>
            </a:r>
            <a:r>
              <a:rPr lang="en-US" altLang="zh-CN" err="1"/>
              <a:t>erat</a:t>
            </a:r>
            <a:r>
              <a:rPr lang="en-US" altLang="zh-CN"/>
              <a:t> </a:t>
            </a:r>
            <a:r>
              <a:rPr lang="en-US" altLang="zh-CN" err="1"/>
              <a:t>volutpat</a:t>
            </a:r>
            <a:r>
              <a:rPr lang="en-US" altLang="zh-CN"/>
              <a:t>.</a:t>
            </a:r>
            <a:endParaRPr lang="zh-CN" altLang="en-US"/>
          </a:p>
        </p:txBody>
      </p:sp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683C874-EDAE-42DB-9FC0-920D784B1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8600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FC8D16-027D-E0CE-8EE0-6A86F401E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"/>
            <a:ext cx="12192005" cy="685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F908C2-890A-E796-8C54-F6CC49A38C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1"/>
            <a:ext cx="12192002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810F88-AC9C-E525-B925-D6A44793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9436" y="2057400"/>
            <a:ext cx="3893127" cy="1449726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Thank you!</a:t>
            </a:r>
            <a:endParaRPr lang="zh-CN" altLang="en-US"/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2977670-D4D3-4A2F-AEB1-C29A778C99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8000" y="285750"/>
            <a:ext cx="1348478" cy="3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2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image" Target="../media/image9.png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871CAC-D561-B746-8C72-1AF7A6C25680}"/>
              </a:ext>
            </a:extLst>
          </p:cNvPr>
          <p:cNvSpPr/>
          <p:nvPr userDrawn="1"/>
        </p:nvSpPr>
        <p:spPr>
          <a:xfrm>
            <a:off x="1" y="0"/>
            <a:ext cx="12192000" cy="693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596F1-E5D8-A349-8B9D-692899A4FE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0"/>
          <a:srcRect l="42666" t="33629" r="42917" b="35852"/>
          <a:stretch/>
        </p:blipFill>
        <p:spPr>
          <a:xfrm>
            <a:off x="11246501" y="275345"/>
            <a:ext cx="724178" cy="86231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B0571-DE5F-534A-8786-83DF222C6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85" y="1988456"/>
            <a:ext cx="8886816" cy="4594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E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91945683-CDE2-D840-AD76-31BE57634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5" y="275346"/>
            <a:ext cx="10499715" cy="10751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5455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0" r:id="rId3"/>
    <p:sldLayoutId id="2147483681" r:id="rId4"/>
    <p:sldLayoutId id="2147483667" r:id="rId5"/>
    <p:sldLayoutId id="2147483677" r:id="rId6"/>
    <p:sldLayoutId id="2147483662" r:id="rId7"/>
    <p:sldLayoutId id="2147483669" r:id="rId8"/>
    <p:sldLayoutId id="2147483676" r:id="rId9"/>
    <p:sldLayoutId id="2147483675" r:id="rId10"/>
    <p:sldLayoutId id="2147483663" r:id="rId11"/>
    <p:sldLayoutId id="2147483674" r:id="rId12"/>
    <p:sldLayoutId id="2147483657" r:id="rId13"/>
    <p:sldLayoutId id="2147483670" r:id="rId14"/>
    <p:sldLayoutId id="2147483652" r:id="rId15"/>
    <p:sldLayoutId id="2147483668" r:id="rId16"/>
    <p:sldLayoutId id="2147483659" r:id="rId17"/>
    <p:sldLayoutId id="2147483671" r:id="rId18"/>
    <p:sldLayoutId id="2147483665" r:id="rId19"/>
    <p:sldLayoutId id="2147483689" r:id="rId20"/>
    <p:sldLayoutId id="2147483678" r:id="rId21"/>
    <p:sldLayoutId id="2147483679" r:id="rId22"/>
    <p:sldLayoutId id="2147483684" r:id="rId23"/>
    <p:sldLayoutId id="2147483713" r:id="rId24"/>
    <p:sldLayoutId id="2147483685" r:id="rId25"/>
    <p:sldLayoutId id="2147483712" r:id="rId26"/>
    <p:sldLayoutId id="2147483718" r:id="rId27"/>
    <p:sldLayoutId id="2147483719" r:id="rId28"/>
    <p:sldLayoutId id="2147483686" r:id="rId29"/>
    <p:sldLayoutId id="2147483711" r:id="rId30"/>
    <p:sldLayoutId id="2147483687" r:id="rId31"/>
    <p:sldLayoutId id="2147483714" r:id="rId32"/>
    <p:sldLayoutId id="2147483683" r:id="rId33"/>
    <p:sldLayoutId id="2147483655" r:id="rId34"/>
    <p:sldLayoutId id="2147483710" r:id="rId35"/>
    <p:sldLayoutId id="2147483688" r:id="rId36"/>
    <p:sldLayoutId id="2147483726" r:id="rId37"/>
    <p:sldLayoutId id="2147483690" r:id="rId38"/>
    <p:sldLayoutId id="2147483715" r:id="rId39"/>
    <p:sldLayoutId id="2147483691" r:id="rId40"/>
    <p:sldLayoutId id="2147483716" r:id="rId41"/>
    <p:sldLayoutId id="2147483692" r:id="rId42"/>
    <p:sldLayoutId id="2147483717" r:id="rId43"/>
    <p:sldLayoutId id="2147483694" r:id="rId44"/>
    <p:sldLayoutId id="2147483693" r:id="rId45"/>
    <p:sldLayoutId id="2147483709" r:id="rId46"/>
    <p:sldLayoutId id="2147483721" r:id="rId47"/>
    <p:sldLayoutId id="2147483695" r:id="rId48"/>
    <p:sldLayoutId id="2147483696" r:id="rId49"/>
    <p:sldLayoutId id="2147483722" r:id="rId50"/>
    <p:sldLayoutId id="2147483720" r:id="rId51"/>
    <p:sldLayoutId id="2147483723" r:id="rId52"/>
    <p:sldLayoutId id="2147483697" r:id="rId53"/>
    <p:sldLayoutId id="2147483724" r:id="rId54"/>
    <p:sldLayoutId id="2147483698" r:id="rId55"/>
    <p:sldLayoutId id="2147483725" r:id="rId56"/>
    <p:sldLayoutId id="2147483699" r:id="rId57"/>
    <p:sldLayoutId id="2147483700" r:id="rId58"/>
    <p:sldLayoutId id="2147483708" r:id="rId59"/>
    <p:sldLayoutId id="2147483702" r:id="rId60"/>
    <p:sldLayoutId id="2147483701" r:id="rId61"/>
    <p:sldLayoutId id="2147483703" r:id="rId62"/>
    <p:sldLayoutId id="2147483704" r:id="rId63"/>
    <p:sldLayoutId id="2147483705" r:id="rId64"/>
    <p:sldLayoutId id="2147483706" r:id="rId65"/>
    <p:sldLayoutId id="2147483707" r:id="rId66"/>
    <p:sldLayoutId id="2147483682" r:id="rId67"/>
    <p:sldLayoutId id="2147483913" r:id="rId6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pos="7514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pos="187" userDrawn="1">
          <p15:clr>
            <a:srgbClr val="F26B43"/>
          </p15:clr>
        </p15:guide>
        <p15:guide id="8" pos="57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144" y="6356350"/>
            <a:ext cx="464127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E2B35-9B16-49A2-B5BA-E4C4E8FFDA3A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14" y="-47907"/>
            <a:ext cx="4135801" cy="6404256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 userDrawn="1"/>
        </p:nvSpPr>
        <p:spPr>
          <a:xfrm>
            <a:off x="1690584" y="2497745"/>
            <a:ext cx="4839525" cy="2715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6000" b="0" dirty="0">
                <a:solidFill>
                  <a:srgbClr val="00B140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1066800" y="6356350"/>
            <a:ext cx="2057403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Franklin Gothic Book" panose="020B0503020102020204" pitchFamily="34" charset="0"/>
                <a:cs typeface="Arial" panose="020B0604020202020204" pitchFamily="34" charset="0"/>
              </a:rPr>
              <a:t>2021 © Salam- Confidential</a:t>
            </a:r>
            <a:r>
              <a:rPr lang="en-US" baseline="0" dirty="0"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0554811" y="6312764"/>
            <a:ext cx="1175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ranklin Gothic Book" panose="020B0503020102020204" pitchFamily="34" charset="0"/>
                <a:cs typeface="Arial" panose="020B0604020202020204" pitchFamily="34" charset="0"/>
              </a:rPr>
              <a:t>www.salam.net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2A156C-C617-4F19-85BA-5AC5958648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735" y="339366"/>
            <a:ext cx="2158052" cy="236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91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8D233-C1C2-063B-5822-DEAE636F2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55B8C-1FEA-ABEC-7C63-8A3BDBCAF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364AD-C709-1175-F03F-755E01FE5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AC492-EB41-4448-A155-9B75351920C9}" type="datetime1">
              <a:rPr lang="en-US" altLang="zh-CN" smtClean="0"/>
              <a:t>9/28/2026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D0C72-B432-3CA1-5C51-FFC8F4E89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2025 © Salam - Confidential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E978C-28F1-B5E0-EEDB-7E6545D2F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457F1-9158-4B93-AF7F-817B49A3DF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58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C525-14E0-F5B3-B839-8CEE2078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4308CD9-4134-AF15-DC89-1F1044277F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354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4A2457F1-9158-4B93-AF7F-817B49A3DF25}" type="slidenum">
              <a:rPr lang="zh-CN" altLang="en-US" smtClean="0"/>
              <a:pPr>
                <a:spcAft>
                  <a:spcPts val="600"/>
                </a:spcAft>
              </a:pPr>
              <a:t>1</a:t>
            </a:fld>
            <a:endParaRPr lang="zh-CN" alt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E313BC9-C2C9-4620-9216-19024EADA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42868" y="5351060"/>
            <a:ext cx="8389984" cy="1390230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latin typeface="+mj-lt"/>
                <a:cs typeface="Aptos Serif" panose="020B0502040204020203" pitchFamily="18" charset="0"/>
              </a:rPr>
              <a:t>Enterprise Platforms &amp; Operations</a:t>
            </a:r>
            <a:br>
              <a:rPr lang="en-US" sz="1800" dirty="0">
                <a:latin typeface="+mj-lt"/>
                <a:cs typeface="Aptos Serif" panose="020B0502040204020203" pitchFamily="18" charset="0"/>
              </a:rPr>
            </a:br>
            <a:r>
              <a:rPr lang="en-US" sz="1200" b="0" dirty="0">
                <a:latin typeface="+mj-lt"/>
                <a:cs typeface="Aptos Serif" panose="020B0502040204020203" pitchFamily="18" charset="0"/>
              </a:rPr>
              <a:t>Weekly Executive Report</a:t>
            </a:r>
            <a:endParaRPr lang="en-US" sz="1200" b="0" dirty="0">
              <a:latin typeface="+mj-lt"/>
              <a:ea typeface="Noto Sans ExtraBold" panose="020B0502040504020204" pitchFamily="34" charset="0"/>
              <a:cs typeface="Aptos Serif" panose="020B0502040204020203" pitchFamily="18" charset="0"/>
            </a:endParaRPr>
          </a:p>
        </p:txBody>
      </p:sp>
      <p:sp>
        <p:nvSpPr>
          <p:cNvPr id="3" name="GTBClassificationF1319556058">
            <a:extLst>
              <a:ext uri="{FF2B5EF4-FFF2-40B4-BE49-F238E27FC236}">
                <a16:creationId xmlns:a16="http://schemas.microsoft.com/office/drawing/2014/main" id="{19C7095F-504E-B0D7-A725-FAB0B3B9F888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 dirty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 dirty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199370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E857-8697-94F5-3B11-AC9C4038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1F119-1910-69DE-388C-C3937BA2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t>2025 © Salam - 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69B9-80F6-D356-C437-058F58EB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2457F1-9158-4B93-AF7F-817B49A3DF25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BB6DD-0F2C-0C79-37A4-EC4665B725BF}"/>
              </a:ext>
            </a:extLst>
          </p:cNvPr>
          <p:cNvSpPr txBox="1"/>
          <p:nvPr/>
        </p:nvSpPr>
        <p:spPr>
          <a:xfrm>
            <a:off x="443301" y="1832448"/>
            <a:ext cx="77645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Executive Weekly Brief | 20–27 September 2026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Operations remained under control. The key focus is to reduce MTTR, strengthen service resilience, improve change execution, and protect customer-impacting journeys across mobile, fixed, enterprise, and RAFM platforms.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B4640-6128-53B7-71F4-550A39027EC1}"/>
              </a:ext>
            </a:extLst>
          </p:cNvPr>
          <p:cNvSpPr txBox="1"/>
          <p:nvPr/>
        </p:nvSpPr>
        <p:spPr>
          <a:xfrm>
            <a:off x="462173" y="1109571"/>
            <a:ext cx="61036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Enterprise Platforms &amp; Operation</a:t>
            </a:r>
          </a:p>
        </p:txBody>
      </p:sp>
      <p:sp>
        <p:nvSpPr>
          <p:cNvPr id="2" name="GTBClassificationF1687322703">
            <a:extLst>
              <a:ext uri="{FF2B5EF4-FFF2-40B4-BE49-F238E27FC236}">
                <a16:creationId xmlns:a16="http://schemas.microsoft.com/office/drawing/2014/main" id="{7FFE2406-B7D2-ADAD-672C-1F940645B6E1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3171913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CF20-88D2-74F4-1EA2-D3C8570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33220-B426-EFEA-64A1-6480DCBC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t>2025 © Salam - 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947F9-9663-FAF7-35FB-8EA43C9B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2457F1-9158-4B93-AF7F-817B49A3DF25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7B654-C233-601F-6278-9EC951B10FF7}"/>
              </a:ext>
            </a:extLst>
          </p:cNvPr>
          <p:cNvSpPr txBox="1"/>
          <p:nvPr/>
        </p:nvSpPr>
        <p:spPr>
          <a:xfrm>
            <a:off x="443301" y="1832448"/>
            <a:ext cx="7764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66C0C-FC1B-BA04-0B23-FE30A5EA2A84}"/>
              </a:ext>
            </a:extLst>
          </p:cNvPr>
          <p:cNvSpPr txBox="1"/>
          <p:nvPr/>
        </p:nvSpPr>
        <p:spPr>
          <a:xfrm>
            <a:off x="462173" y="1100427"/>
            <a:ext cx="61036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Enterprise Platforms &amp; Operation</a:t>
            </a:r>
          </a:p>
        </p:txBody>
      </p:sp>
      <p:sp>
        <p:nvSpPr>
          <p:cNvPr id="2" name="GTBClassificationF1687322703">
            <a:extLst>
              <a:ext uri="{FF2B5EF4-FFF2-40B4-BE49-F238E27FC236}">
                <a16:creationId xmlns:a16="http://schemas.microsoft.com/office/drawing/2014/main" id="{7312DED7-838B-97A5-FF7F-4D4163C0C7B2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86753A-392C-B9D5-BDDA-4B15675F993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9779"/>
          <a:ext cx="10515600" cy="3709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321192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020384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113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Executive Area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Weekly Outcome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Leadership Attention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2550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MVNO – Legacy &amp; Digital Channels Operations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Billing continuity is the top priority. BRM performance tuning, bill-table partitioning, payment-profile correction, invoice extraction, and reconciliation controls are in the change pipeline.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Freeze non-essential risk, complete pre/post-bill checks, and reconcile bill generation, invoices, payments, and GL outputs.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5054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Transformation Program – MVNO Impact &amp; Apollo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Incident: 211 closed; 130 open.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Prioritize billing, charging, payment, order, and source-feed incidents. Reduce ageing.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6773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Fixed B2C – FTTX OSS &amp; BSS Managed Services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Change: 22 active requests — 17 Assess, 3 Authorize, and 2 New. The active portfolio includes 4 Emergency and 17 Normal changes. One separate Standard DMS request was cancelled and is not part of the 22 active requests.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Approve only Bill Cycle-safe changes with tested rollback and enhanced monitoring.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1602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ERP, HCM, SCM &amp; SaaS Projects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Digital, activation, payment, and order flows remained operational.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Protect activation-to-bill integrity and payment posting.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119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Technology Platform &amp; DB Operations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Availability remained stable; backup, restore, capacity, and patching remain under control review.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Validate BRM, billing DB, batch capacity, backup, and DR readiness before cycle execution.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7939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Revenue Assurance &amp; Fraud Management Operations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Services remained stable; source-feed dependencies continue.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Confirm completeness of usage feeds and post-cycle leakage checks.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064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0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ECBE7-004A-17D7-2392-70A22849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62B2C-78BC-A6D7-D4C5-773E7F42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t>2025 © Salam - 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9FDD3-F585-C069-871B-A3F5ECDC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2457F1-9158-4B93-AF7F-817B49A3DF25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EDD0DC-69E8-4DBE-9576-080695073EA7}"/>
              </a:ext>
            </a:extLst>
          </p:cNvPr>
          <p:cNvSpPr txBox="1"/>
          <p:nvPr/>
        </p:nvSpPr>
        <p:spPr>
          <a:xfrm>
            <a:off x="443301" y="1832448"/>
            <a:ext cx="77645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• Run a Bill Cycle command center across Billing, IT, Finance, Collections, and RA.</a:t>
            </a:r>
          </a:p>
          <a:p>
            <a:r>
              <a:rPr lang="en-US" sz="1400">
                <a:solidFill>
                  <a:schemeClr val="bg1"/>
                </a:solidFill>
              </a:rPr>
              <a:t>• Complete pre-cycle capacity, interface, batch, and balance checks.</a:t>
            </a:r>
          </a:p>
          <a:p>
            <a:r>
              <a:rPr lang="en-US" sz="1400">
                <a:solidFill>
                  <a:schemeClr val="bg1"/>
                </a:solidFill>
              </a:rPr>
              <a:t>• Restrict changes during the critical billing window; retain rollback readiness.</a:t>
            </a:r>
          </a:p>
          <a:p>
            <a:r>
              <a:rPr lang="en-US" sz="1400">
                <a:solidFill>
                  <a:schemeClr val="bg1"/>
                </a:solidFill>
              </a:rPr>
              <a:t>• Monitor rating, billing, invoicing, payment posting, and collections end to end.</a:t>
            </a:r>
          </a:p>
          <a:p>
            <a:r>
              <a:rPr lang="en-US" sz="1400">
                <a:solidFill>
                  <a:schemeClr val="bg1"/>
                </a:solidFill>
              </a:rPr>
              <a:t>• Reconcile billed revenue, GL output, rejected records, and leakage exceptions.</a:t>
            </a:r>
          </a:p>
          <a:p>
            <a:r>
              <a:rPr lang="en-US" sz="1400">
                <a:solidFill>
                  <a:schemeClr val="bg1"/>
                </a:solidFill>
              </a:rPr>
              <a:t>• Escalate any open incident affecting bill accuracy, timeliness, or customer impact.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ACB558-AA71-12DF-3800-CAB8E5A7B2AA}"/>
              </a:ext>
            </a:extLst>
          </p:cNvPr>
          <p:cNvSpPr txBox="1"/>
          <p:nvPr/>
        </p:nvSpPr>
        <p:spPr>
          <a:xfrm>
            <a:off x="462173" y="1100427"/>
            <a:ext cx="61036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F000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t>Focus for Next Week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2" name="GTBClassificationF1687322703">
            <a:extLst>
              <a:ext uri="{FF2B5EF4-FFF2-40B4-BE49-F238E27FC236}">
                <a16:creationId xmlns:a16="http://schemas.microsoft.com/office/drawing/2014/main" id="{EA7263FB-A71F-8357-6EE0-31F7A8406B35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369179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A36B-A88D-6A34-CB6F-9B2480107F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>
                <a:latin typeface="Noto Sans ExtraBold" panose="020B0502040504020204" pitchFamily="34" charset="0"/>
                <a:ea typeface="Noto Sans ExtraBold" panose="020B0502040504020204" pitchFamily="34" charset="0"/>
                <a:cs typeface="Noto Sans ExtraBold" panose="020B0502040504020204" pitchFamily="34" charset="0"/>
              </a:rPr>
              <a:t>Thank you!</a:t>
            </a:r>
          </a:p>
        </p:txBody>
      </p:sp>
      <p:sp>
        <p:nvSpPr>
          <p:cNvPr id="3" name="GTBClassificationF1611583964">
            <a:extLst>
              <a:ext uri="{FF2B5EF4-FFF2-40B4-BE49-F238E27FC236}">
                <a16:creationId xmlns:a16="http://schemas.microsoft.com/office/drawing/2014/main" id="{0C45E32E-A8C8-2706-ABFA-0503AD2AAA6C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81167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C525-14E0-F5B3-B839-8CEE2078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4308CD9-4134-AF15-DC89-1F1044277F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354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4A2457F1-9158-4B93-AF7F-817B49A3DF25}" type="slidenum">
              <a:rPr lang="zh-CN" altLang="en-US" smtClean="0"/>
              <a:pPr>
                <a:spcAft>
                  <a:spcPts val="600"/>
                </a:spcAft>
              </a:pPr>
              <a:t>1</a:t>
            </a:fld>
            <a:endParaRPr lang="zh-CN" alt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E313BC9-C2C9-4620-9216-19024EADA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42868" y="5351060"/>
            <a:ext cx="8389984" cy="1390230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latin typeface="+mj-lt"/>
                <a:cs typeface="Aptos Serif" panose="020B0502040204020203" pitchFamily="18" charset="0"/>
              </a:rPr>
              <a:t>Enterprise Platforms &amp; Application Operations</a:t>
            </a:r>
            <a:br>
              <a:rPr lang="en-US" sz="1800" dirty="0">
                <a:latin typeface="+mj-lt"/>
                <a:cs typeface="Aptos Serif" panose="020B0502040204020203" pitchFamily="18" charset="0"/>
              </a:rPr>
            </a:br>
            <a:r>
              <a:rPr lang="en-US" sz="1800" dirty="0">
                <a:latin typeface="+mj-lt"/>
                <a:cs typeface="Aptos Serif" panose="020B0502040204020203" pitchFamily="18" charset="0"/>
              </a:rPr>
              <a:t>25</a:t>
            </a:r>
            <a:r>
              <a:rPr lang="en-US" sz="1800" baseline="30000" dirty="0">
                <a:latin typeface="+mj-lt"/>
                <a:cs typeface="Aptos Serif" panose="020B0502040204020203" pitchFamily="18" charset="0"/>
              </a:rPr>
              <a:t>th </a:t>
            </a:r>
            <a:r>
              <a:rPr lang="en-US" sz="1800" dirty="0">
                <a:latin typeface="+mj-lt"/>
                <a:cs typeface="Aptos Serif" panose="020B0502040204020203" pitchFamily="18" charset="0"/>
              </a:rPr>
              <a:t>Sept 2026</a:t>
            </a:r>
            <a:endParaRPr lang="en-US" sz="1800" dirty="0">
              <a:latin typeface="+mj-lt"/>
              <a:ea typeface="Noto Sans ExtraBold" panose="020B0502040504020204" pitchFamily="34" charset="0"/>
              <a:cs typeface="Aptos Serif" panose="020B0502040204020203" pitchFamily="18" charset="0"/>
            </a:endParaRPr>
          </a:p>
        </p:txBody>
      </p:sp>
      <p:sp>
        <p:nvSpPr>
          <p:cNvPr id="3" name="GTBClassificationF1319556058">
            <a:extLst>
              <a:ext uri="{FF2B5EF4-FFF2-40B4-BE49-F238E27FC236}">
                <a16:creationId xmlns:a16="http://schemas.microsoft.com/office/drawing/2014/main" id="{19C7095F-504E-B0D7-A725-FAB0B3B9F888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 dirty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 dirty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1993707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FEC9-C37D-2A28-2B0F-399B5156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2B480-4297-70C1-F695-996429BA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t>2025 © Salam - 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1DA6E-235D-9D93-1635-FE0610AC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2457F1-9158-4B93-AF7F-817B49A3DF25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BA578-2C1B-ADDB-E304-641DABECBE89}"/>
              </a:ext>
            </a:extLst>
          </p:cNvPr>
          <p:cNvSpPr txBox="1"/>
          <p:nvPr/>
        </p:nvSpPr>
        <p:spPr>
          <a:xfrm>
            <a:off x="443301" y="1832448"/>
            <a:ext cx="776452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MVNO – Legacy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MVNO – Digital Channels Operations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SALAM – Digital Channels Operations ”Covered Operational part including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Portals”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Transformation Program – MVNO Impact and Apollo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Fixed B2C - FTTX OSS &amp; BSS Managed Services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ERP, HCM, SCM and SaaS Projects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Technology Platform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DB Operations</a:t>
            </a: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Revenue Assurance &amp; Fraud Management Operations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99B03E-5EAE-868E-7D33-A014E5667B55}"/>
              </a:ext>
            </a:extLst>
          </p:cNvPr>
          <p:cNvSpPr txBox="1"/>
          <p:nvPr/>
        </p:nvSpPr>
        <p:spPr>
          <a:xfrm>
            <a:off x="462173" y="1100427"/>
            <a:ext cx="61036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F000"/>
                </a:solidFill>
                <a:effectLst/>
                <a:uLnTx/>
                <a:uFillTx/>
                <a:latin typeface="Codec Pro"/>
                <a:ea typeface="等线"/>
                <a:cs typeface="+mn-cs"/>
              </a:rPr>
              <a:t>Enterprise Platforms Operations Domains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等线"/>
              <a:cs typeface="+mn-cs"/>
            </a:endParaRPr>
          </a:p>
        </p:txBody>
      </p:sp>
      <p:sp>
        <p:nvSpPr>
          <p:cNvPr id="2" name="GTBClassificationF1687322703">
            <a:extLst>
              <a:ext uri="{FF2B5EF4-FFF2-40B4-BE49-F238E27FC236}">
                <a16:creationId xmlns:a16="http://schemas.microsoft.com/office/drawing/2014/main" id="{492D1582-BD24-8B35-533F-0F3FD1040836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207177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604D-3610-60DD-0139-0C8279B2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93B4-A144-552A-F224-896C99C86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cs typeface="Arial" panose="020B0604020202020204" pitchFamily="34" charset="0"/>
              </a:rPr>
              <a:t>MVNO - Legacy</a:t>
            </a:r>
            <a:endParaRPr lang="en-AE" sz="4400" dirty="0"/>
          </a:p>
        </p:txBody>
      </p:sp>
      <p:sp>
        <p:nvSpPr>
          <p:cNvPr id="3" name="GTBClassificationF1452579537">
            <a:extLst>
              <a:ext uri="{FF2B5EF4-FFF2-40B4-BE49-F238E27FC236}">
                <a16:creationId xmlns:a16="http://schemas.microsoft.com/office/drawing/2014/main" id="{2A5DFB87-C3F6-DBA5-CEC1-6B7ABE163C6A}"/>
              </a:ext>
            </a:extLst>
          </p:cNvPr>
          <p:cNvSpPr txBox="1"/>
          <p:nvPr/>
        </p:nvSpPr>
        <p:spPr>
          <a:xfrm>
            <a:off x="0" y="6533197"/>
            <a:ext cx="12192000" cy="32480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1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1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Secret</a:t>
            </a:r>
          </a:p>
        </p:txBody>
      </p:sp>
    </p:spTree>
    <p:extLst>
      <p:ext uri="{BB962C8B-B14F-4D97-AF65-F5344CB8AC3E}">
        <p14:creationId xmlns:p14="http://schemas.microsoft.com/office/powerpoint/2010/main" val="404086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">
      <a:dk1>
        <a:srgbClr val="002034"/>
      </a:dk1>
      <a:lt1>
        <a:srgbClr val="FFFFFF"/>
      </a:lt1>
      <a:dk2>
        <a:srgbClr val="002034"/>
      </a:dk2>
      <a:lt2>
        <a:srgbClr val="E7E6E6"/>
      </a:lt2>
      <a:accent1>
        <a:srgbClr val="002034"/>
      </a:accent1>
      <a:accent2>
        <a:srgbClr val="03A49F"/>
      </a:accent2>
      <a:accent3>
        <a:srgbClr val="DC9500"/>
      </a:accent3>
      <a:accent4>
        <a:srgbClr val="A2001E"/>
      </a:accent4>
      <a:accent5>
        <a:srgbClr val="007278"/>
      </a:accent5>
      <a:accent6>
        <a:srgbClr val="E8A900"/>
      </a:accent6>
      <a:hlink>
        <a:srgbClr val="01AB41"/>
      </a:hlink>
      <a:folHlink>
        <a:srgbClr val="68707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Salam">
      <a:dk1>
        <a:srgbClr val="000000"/>
      </a:dk1>
      <a:lt1>
        <a:srgbClr val="FFFFFF"/>
      </a:lt1>
      <a:dk2>
        <a:srgbClr val="003830"/>
      </a:dk2>
      <a:lt2>
        <a:srgbClr val="E8E8E8"/>
      </a:lt2>
      <a:accent1>
        <a:srgbClr val="00F000"/>
      </a:accent1>
      <a:accent2>
        <a:srgbClr val="005147"/>
      </a:accent2>
      <a:accent3>
        <a:srgbClr val="149930"/>
      </a:accent3>
      <a:accent4>
        <a:srgbClr val="36C638"/>
      </a:accent4>
      <a:accent5>
        <a:srgbClr val="73F64B"/>
      </a:accent5>
      <a:accent6>
        <a:srgbClr val="A0FB8E"/>
      </a:accent6>
      <a:hlink>
        <a:srgbClr val="00F000"/>
      </a:hlink>
      <a:folHlink>
        <a:srgbClr val="003830"/>
      </a:folHlink>
    </a:clrScheme>
    <a:fontScheme name="Custom 2">
      <a:majorFont>
        <a:latin typeface="Codec Pro ExtraBold"/>
        <a:ea typeface="等线"/>
        <a:cs typeface=""/>
      </a:majorFont>
      <a:minorFont>
        <a:latin typeface="Codec Pro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am_PPT_Template" id="{12FBA033-76E0-FF4C-9BC5-DBF7F602681B}" vid="{F12C8DD8-D244-254F-844E-82B6A3F3401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DCF3D3FDFF6F4698EA466CF24065EA" ma:contentTypeVersion="15" ma:contentTypeDescription="Create a new document." ma:contentTypeScope="" ma:versionID="3d2b0f473f3b7aa1f3820c85feee6d9f">
  <xsd:schema xmlns:xsd="http://www.w3.org/2001/XMLSchema" xmlns:xs="http://www.w3.org/2001/XMLSchema" xmlns:p="http://schemas.microsoft.com/office/2006/metadata/properties" xmlns:ns3="0b6190d0-ae74-4897-b7b7-1e4a116b9b81" xmlns:ns4="174e0243-302f-4fe7-b651-78bf322f94d5" targetNamespace="http://schemas.microsoft.com/office/2006/metadata/properties" ma:root="true" ma:fieldsID="057323c68cce914daf187fd8161feb84" ns3:_="" ns4:_="">
    <xsd:import namespace="0b6190d0-ae74-4897-b7b7-1e4a116b9b81"/>
    <xsd:import namespace="174e0243-302f-4fe7-b651-78bf322f94d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DateTaken" minOccurs="0"/>
                <xsd:element ref="ns4:MediaLengthInSeconds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6190d0-ae74-4897-b7b7-1e4a116b9b8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4e0243-302f-4fe7-b651-78bf322f94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GTBClassification>
  <attrValue xml:space="preserve">Secret</attrValue>
  <customPropName>Classification</customPropName>
  <timestamp>5/3/2026 10:32:19 AM</timestamp>
  <userName>ITC\m.algarni</userName>
  <computerName>4217RL01.ITC.LOCAL</computerName>
  <guid>{e3144219-9e35-4c29-be03-990131a6efcb}</guid>
  <ftr>
    <r>
      <fontName>arial</fontName>
      <fontColor>000000</fontColor>
      <fontSize>11</fontSize>
      <b/>
      <text xml:space="preserve">Classification:</text>
    </r>
    <r>
      <fontName>arial</fontName>
      <fontColor>000000</fontColor>
      <fontSize>11</fontSize>
      <text xml:space="preserve"> </text>
    </r>
    <r>
      <fontName>arial</fontName>
      <fontColor>0062B1</fontColor>
      <fontSize>11</fontSize>
      <b/>
      <text xml:space="preserve">Secret</text>
    </r>
  </ftr>
</GTB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4e0243-302f-4fe7-b651-78bf322f94d5" xsi:nil="true"/>
  </documentManagement>
</p:properties>
</file>

<file path=customXml/itemProps1.xml><?xml version="1.0" encoding="utf-8"?>
<ds:datastoreItem xmlns:ds="http://schemas.openxmlformats.org/officeDocument/2006/customXml" ds:itemID="{455AB0A7-F5CB-4F67-B80D-BEE0000534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9BC167-6373-4A55-BA4D-6EEA056A55D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b6190d0-ae74-4897-b7b7-1e4a116b9b81"/>
    <ds:schemaRef ds:uri="174e0243-302f-4fe7-b651-78bf322f94d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C1DC0B-27CB-4053-9069-4B93EDF5121F}">
  <ds:schemaRefs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2A1CB004-9299-45D3-85E0-9A08B162FF93}">
  <ds:schemaRefs>
    <ds:schemaRef ds:uri="http://schemas.microsoft.com/office/2006/metadata/properties"/>
    <ds:schemaRef ds:uri="http://www.w3.org/2000/xmlns/"/>
    <ds:schemaRef ds:uri="174e0243-302f-4fe7-b651-78bf322f94d5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56953</TotalTime>
  <Words>445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Aptos</vt:lpstr>
      <vt:lpstr>Arial</vt:lpstr>
      <vt:lpstr>Arial</vt:lpstr>
      <vt:lpstr>Calibri</vt:lpstr>
      <vt:lpstr>Codec Pro</vt:lpstr>
      <vt:lpstr>Codec Pro ExtraBold</vt:lpstr>
      <vt:lpstr>Franklin Gothic Book</vt:lpstr>
      <vt:lpstr>Franklin Gothic Medium</vt:lpstr>
      <vt:lpstr>Noto Sans ExtraBold</vt:lpstr>
      <vt:lpstr>Office Theme</vt:lpstr>
      <vt:lpstr>6_Custom Design</vt:lpstr>
      <vt:lpstr>1_Office Theme</vt:lpstr>
      <vt:lpstr>Enterprise Platforms &amp; Operations Weekly Executive Report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A Algarni</dc:creator>
  <cp:keywords>ClassificationData:&lt;Classification:Secret&gt;</cp:keywords>
  <cp:lastModifiedBy>Mohammed A Algarni</cp:lastModifiedBy>
  <cp:revision>491</cp:revision>
  <dcterms:created xsi:type="dcterms:W3CDTF">2026-09-20T18:17:43Z</dcterms:created>
  <dcterms:modified xsi:type="dcterms:W3CDTF">2026-09-28T09:05:14Z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0x010100B1DCF3D3FDFF6F4698EA466CF24065EA</vt:lpwstr>
  </property>
  <property fmtid="{D5CDD505-2E9C-101B-9397-08002B2CF9AE}" pid="3" name="Classification">
    <vt:lpwstr>Secret</vt:lpwstr>
  </property>
  <property fmtid="{D5CDD505-2E9C-101B-9397-08002B2CF9AE}" pid="4" name="ClassifiedBy">
    <vt:lpwstr>ITC\m.algarni</vt:lpwstr>
  </property>
  <property fmtid="{D5CDD505-2E9C-101B-9397-08002B2CF9AE}" pid="5" name="ClassificationHost">
    <vt:lpwstr>4217RL01.ITC.LOCAL</vt:lpwstr>
  </property>
  <property fmtid="{D5CDD505-2E9C-101B-9397-08002B2CF9AE}" pid="6" name="ClassificationDate">
    <vt:lpwstr>5/3/2026 10:32:19 AM</vt:lpwstr>
  </property>
  <property fmtid="{D5CDD505-2E9C-101B-9397-08002B2CF9AE}" pid="7" name="ClassificationGUID">
    <vt:lpwstr>{e3144219-9e35-4c29-be03-990131a6efcb}</vt:lpwstr>
  </property>
</Properties>
</file>